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Familjen Grotesk Medium"/>
      <p:regular r:id="rId32"/>
      <p:bold r:id="rId33"/>
      <p:italic r:id="rId34"/>
      <p:boldItalic r:id="rId35"/>
    </p:embeddedFont>
    <p:embeddedFont>
      <p:font typeface="Familjen Grotesk"/>
      <p:regular r:id="rId36"/>
      <p:bold r:id="rId37"/>
      <p:italic r:id="rId38"/>
      <p:boldItalic r:id="rId39"/>
    </p:embeddedFont>
    <p:embeddedFont>
      <p:font typeface="Spectral"/>
      <p:regular r:id="rId40"/>
      <p:bold r:id="rId41"/>
      <p:italic r:id="rId42"/>
      <p:boldItalic r:id="rId43"/>
    </p:embeddedFont>
    <p:embeddedFont>
      <p:font typeface="Spectral Medium"/>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pectral-regular.fntdata"/><Relationship Id="rId42" Type="http://schemas.openxmlformats.org/officeDocument/2006/relationships/font" Target="fonts/Spectral-italic.fntdata"/><Relationship Id="rId41" Type="http://schemas.openxmlformats.org/officeDocument/2006/relationships/font" Target="fonts/Spectral-bold.fntdata"/><Relationship Id="rId44" Type="http://schemas.openxmlformats.org/officeDocument/2006/relationships/font" Target="fonts/SpectralMedium-regular.fntdata"/><Relationship Id="rId43" Type="http://schemas.openxmlformats.org/officeDocument/2006/relationships/font" Target="fonts/Spectral-boldItalic.fntdata"/><Relationship Id="rId46" Type="http://schemas.openxmlformats.org/officeDocument/2006/relationships/font" Target="fonts/SpectralMedium-italic.fntdata"/><Relationship Id="rId45" Type="http://schemas.openxmlformats.org/officeDocument/2006/relationships/font" Target="fonts/Spectral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7" Type="http://schemas.openxmlformats.org/officeDocument/2006/relationships/font" Target="fonts/SpectralMedium-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font" Target="fonts/FamiljenGroteskMedium-bold.fntdata"/><Relationship Id="rId32" Type="http://schemas.openxmlformats.org/officeDocument/2006/relationships/font" Target="fonts/FamiljenGroteskMedium-regular.fntdata"/><Relationship Id="rId35" Type="http://schemas.openxmlformats.org/officeDocument/2006/relationships/font" Target="fonts/FamiljenGroteskMedium-boldItalic.fntdata"/><Relationship Id="rId34" Type="http://schemas.openxmlformats.org/officeDocument/2006/relationships/font" Target="fonts/FamiljenGroteskMedium-italic.fntdata"/><Relationship Id="rId37" Type="http://schemas.openxmlformats.org/officeDocument/2006/relationships/font" Target="fonts/FamiljenGrotesk-bold.fntdata"/><Relationship Id="rId36" Type="http://schemas.openxmlformats.org/officeDocument/2006/relationships/font" Target="fonts/FamiljenGrotesk-regular.fntdata"/><Relationship Id="rId39" Type="http://schemas.openxmlformats.org/officeDocument/2006/relationships/font" Target="fonts/FamiljenGrotesk-boldItalic.fntdata"/><Relationship Id="rId38" Type="http://schemas.openxmlformats.org/officeDocument/2006/relationships/font" Target="fonts/FamiljenGrotesk-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1f6ea5f6e4_0_2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1f6ea5f6e4_0_2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1f6ea5f6e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1f6ea5f6e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22c99ee03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22c99ee03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1f6ea5f6e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1f6ea5f6e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22c99ee038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22c99ee038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2dc062fad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2dc062fad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22c99ee03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322c99ee03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2f7f8319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2f7f8319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2f82a1632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2f82a1632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2f880705e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32f880705e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2f880705e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2f880705e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22c99ee03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322c99ee03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2f8a8521f4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2f8a8521f4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2f8a8521f4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2f8a8521f4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2f8a8521f4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2f8a8521f4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2f8a8521f4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2f8a8521f4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22c99ee03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322c99ee03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2f8a8521f4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2f8a8521f4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2f8a8521f4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2f8a8521f4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2fa9fc424f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32fa9fc424f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2fa9fc424f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2fa9fc424f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22c99ee03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322c99ee03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1f6ea5f6e4_0_1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31f6ea5f6e4_0_1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2fa9fc424f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2fa9fc424f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1f6ea5f6e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31f6ea5f6e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4" name="Google Shape;64;p16"/>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72" name="Google Shape;72;p18"/>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5" name="Google Shape;85;p21"/>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
        <p:nvSpPr>
          <p:cNvPr id="88" name="Google Shape;88;p22"/>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92" name="Google Shape;92;p23"/>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3" name="Shape 93"/>
        <p:cNvGrpSpPr/>
        <p:nvPr/>
      </p:nvGrpSpPr>
      <p:grpSpPr>
        <a:xfrm>
          <a:off x="0" y="0"/>
          <a:ext cx="0" cy="0"/>
          <a:chOff x="0" y="0"/>
          <a:chExt cx="0" cy="0"/>
        </a:xfrm>
      </p:grpSpPr>
      <p:sp>
        <p:nvSpPr>
          <p:cNvPr id="94" name="Google Shape;94;p24"/>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95" name="Google Shape;95;p24"/>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6" name="Google Shape;96;p2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7" name="Google Shape;97;p2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8" name="Google Shape;98;p2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 name="Google Shape;99;p2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0" name="Google Shape;100;p2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1" name="Google Shape;101;p2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2" name="Shape 102"/>
        <p:cNvGrpSpPr/>
        <p:nvPr/>
      </p:nvGrpSpPr>
      <p:grpSpPr>
        <a:xfrm>
          <a:off x="0" y="0"/>
          <a:ext cx="0" cy="0"/>
          <a:chOff x="0" y="0"/>
          <a:chExt cx="0" cy="0"/>
        </a:xfrm>
      </p:grpSpPr>
      <p:sp>
        <p:nvSpPr>
          <p:cNvPr id="103" name="Google Shape;103;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104" name="Google Shape;104;p25"/>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5" name="Google Shape;105;p25"/>
          <p:cNvSpPr/>
          <p:nvPr>
            <p:ph idx="2" type="pic"/>
          </p:nvPr>
        </p:nvSpPr>
        <p:spPr>
          <a:xfrm>
            <a:off x="4992024" y="1152775"/>
            <a:ext cx="3840300" cy="3416400"/>
          </a:xfrm>
          <a:prstGeom prst="rect">
            <a:avLst/>
          </a:prstGeom>
          <a:noFill/>
          <a:ln>
            <a:noFill/>
          </a:ln>
        </p:spPr>
      </p:sp>
      <p:sp>
        <p:nvSpPr>
          <p:cNvPr id="106" name="Google Shape;106;p25"/>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3">
    <p:spTree>
      <p:nvGrpSpPr>
        <p:cNvPr id="107" name="Shape 107"/>
        <p:cNvGrpSpPr/>
        <p:nvPr/>
      </p:nvGrpSpPr>
      <p:grpSpPr>
        <a:xfrm>
          <a:off x="0" y="0"/>
          <a:ext cx="0" cy="0"/>
          <a:chOff x="0" y="0"/>
          <a:chExt cx="0" cy="0"/>
        </a:xfrm>
      </p:grpSpPr>
      <p:sp>
        <p:nvSpPr>
          <p:cNvPr id="108" name="Google Shape;108;p26"/>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09" name="Google Shape;109;p2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0" name="Google Shape;110;p26"/>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26"/>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2" name="Google Shape;112;p2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3" name="Google Shape;113;p2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4" name="Shape 114"/>
        <p:cNvGrpSpPr/>
        <p:nvPr/>
      </p:nvGrpSpPr>
      <p:grpSpPr>
        <a:xfrm>
          <a:off x="0" y="0"/>
          <a:ext cx="0" cy="0"/>
          <a:chOff x="0" y="0"/>
          <a:chExt cx="0" cy="0"/>
        </a:xfrm>
      </p:grpSpPr>
      <p:sp>
        <p:nvSpPr>
          <p:cNvPr id="115" name="Google Shape;115;p27"/>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16" name="Google Shape;116;p27"/>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7" name="Google Shape;117;p27"/>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8" name="Google Shape;118;p27"/>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9" name="Google Shape;119;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0" name="Google Shape;120;p27"/>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1" name="Google Shape;121;p27"/>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2" name="Google Shape;122;p27"/>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3" name="Shape 123"/>
        <p:cNvGrpSpPr/>
        <p:nvPr/>
      </p:nvGrpSpPr>
      <p:grpSpPr>
        <a:xfrm>
          <a:off x="0" y="0"/>
          <a:ext cx="0" cy="0"/>
          <a:chOff x="0" y="0"/>
          <a:chExt cx="0" cy="0"/>
        </a:xfrm>
      </p:grpSpPr>
      <p:sp>
        <p:nvSpPr>
          <p:cNvPr id="124" name="Google Shape;124;p28"/>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5" name="Google Shape;125;p28"/>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6" name="Google Shape;126;p28"/>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28"/>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8" name="Google Shape;128;p28"/>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9" name="Google Shape;129;p28"/>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0" name="Google Shape;130;p2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1" name="Google Shape;131;p2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2" name="Google Shape;132;p2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3" name="Google Shape;133;p2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4" name="Shape 134"/>
        <p:cNvGrpSpPr/>
        <p:nvPr/>
      </p:nvGrpSpPr>
      <p:grpSpPr>
        <a:xfrm>
          <a:off x="0" y="0"/>
          <a:ext cx="0" cy="0"/>
          <a:chOff x="0" y="0"/>
          <a:chExt cx="0" cy="0"/>
        </a:xfrm>
      </p:grpSpPr>
      <p:sp>
        <p:nvSpPr>
          <p:cNvPr id="135" name="Google Shape;135;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136" name="Google Shape;136;p29"/>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7" name="Google Shape;137;p2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38" name="Shape 138"/>
        <p:cNvGrpSpPr/>
        <p:nvPr/>
      </p:nvGrpSpPr>
      <p:grpSpPr>
        <a:xfrm>
          <a:off x="0" y="0"/>
          <a:ext cx="0" cy="0"/>
          <a:chOff x="0" y="0"/>
          <a:chExt cx="0" cy="0"/>
        </a:xfrm>
      </p:grpSpPr>
      <p:sp>
        <p:nvSpPr>
          <p:cNvPr id="139" name="Google Shape;139;p30"/>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0" name="Google Shape;140;p30"/>
          <p:cNvSpPr/>
          <p:nvPr>
            <p:ph idx="2" type="pic"/>
          </p:nvPr>
        </p:nvSpPr>
        <p:spPr>
          <a:xfrm>
            <a:off x="4804825" y="1133300"/>
            <a:ext cx="4027500" cy="2392800"/>
          </a:xfrm>
          <a:prstGeom prst="rect">
            <a:avLst/>
          </a:prstGeom>
          <a:noFill/>
          <a:ln>
            <a:noFill/>
          </a:ln>
        </p:spPr>
      </p:sp>
      <p:sp>
        <p:nvSpPr>
          <p:cNvPr id="141" name="Google Shape;141;p30"/>
          <p:cNvSpPr/>
          <p:nvPr>
            <p:ph idx="3" type="pic"/>
          </p:nvPr>
        </p:nvSpPr>
        <p:spPr>
          <a:xfrm>
            <a:off x="311725" y="1133300"/>
            <a:ext cx="4027500" cy="2392800"/>
          </a:xfrm>
          <a:prstGeom prst="rect">
            <a:avLst/>
          </a:prstGeom>
          <a:noFill/>
          <a:ln>
            <a:noFill/>
          </a:ln>
        </p:spPr>
      </p:sp>
      <p:sp>
        <p:nvSpPr>
          <p:cNvPr id="142" name="Google Shape;142;p30"/>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3" name="Google Shape;143;p30"/>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44" name="Google Shape;144;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145" name="Google Shape;145;p3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6" name="Google Shape;146;p3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7" name="Shape 147"/>
        <p:cNvGrpSpPr/>
        <p:nvPr/>
      </p:nvGrpSpPr>
      <p:grpSpPr>
        <a:xfrm>
          <a:off x="0" y="0"/>
          <a:ext cx="0" cy="0"/>
          <a:chOff x="0" y="0"/>
          <a:chExt cx="0" cy="0"/>
        </a:xfrm>
      </p:grpSpPr>
      <p:sp>
        <p:nvSpPr>
          <p:cNvPr id="148" name="Google Shape;148;p31"/>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9" name="Google Shape;149;p31"/>
          <p:cNvSpPr/>
          <p:nvPr>
            <p:ph idx="2" type="pic"/>
          </p:nvPr>
        </p:nvSpPr>
        <p:spPr>
          <a:xfrm>
            <a:off x="6205225" y="1128325"/>
            <a:ext cx="2627100" cy="2273100"/>
          </a:xfrm>
          <a:prstGeom prst="rect">
            <a:avLst/>
          </a:prstGeom>
          <a:noFill/>
          <a:ln>
            <a:noFill/>
          </a:ln>
        </p:spPr>
      </p:sp>
      <p:sp>
        <p:nvSpPr>
          <p:cNvPr id="150" name="Google Shape;150;p31"/>
          <p:cNvSpPr/>
          <p:nvPr>
            <p:ph idx="3" type="pic"/>
          </p:nvPr>
        </p:nvSpPr>
        <p:spPr>
          <a:xfrm>
            <a:off x="311725" y="1128325"/>
            <a:ext cx="2627100" cy="2273100"/>
          </a:xfrm>
          <a:prstGeom prst="rect">
            <a:avLst/>
          </a:prstGeom>
          <a:noFill/>
          <a:ln>
            <a:noFill/>
          </a:ln>
        </p:spPr>
      </p:sp>
      <p:sp>
        <p:nvSpPr>
          <p:cNvPr id="151" name="Google Shape;151;p31"/>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2" name="Google Shape;152;p31"/>
          <p:cNvSpPr/>
          <p:nvPr>
            <p:ph idx="5" type="pic"/>
          </p:nvPr>
        </p:nvSpPr>
        <p:spPr>
          <a:xfrm>
            <a:off x="3255250" y="1128325"/>
            <a:ext cx="2627100" cy="2273100"/>
          </a:xfrm>
          <a:prstGeom prst="rect">
            <a:avLst/>
          </a:prstGeom>
          <a:noFill/>
          <a:ln>
            <a:noFill/>
          </a:ln>
        </p:spPr>
      </p:sp>
      <p:sp>
        <p:nvSpPr>
          <p:cNvPr id="153" name="Google Shape;153;p31"/>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1"/>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55" name="Google Shape;155;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156" name="Google Shape;156;p3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7" name="Google Shape;157;p3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8" name="Google Shape;158;p3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59" name="Shape 159"/>
        <p:cNvGrpSpPr/>
        <p:nvPr/>
      </p:nvGrpSpPr>
      <p:grpSpPr>
        <a:xfrm>
          <a:off x="0" y="0"/>
          <a:ext cx="0" cy="0"/>
          <a:chOff x="0" y="0"/>
          <a:chExt cx="0" cy="0"/>
        </a:xfrm>
      </p:grpSpPr>
      <p:sp>
        <p:nvSpPr>
          <p:cNvPr id="160" name="Google Shape;160;p32"/>
          <p:cNvSpPr/>
          <p:nvPr>
            <p:ph idx="2" type="pic"/>
          </p:nvPr>
        </p:nvSpPr>
        <p:spPr>
          <a:xfrm>
            <a:off x="311700" y="445025"/>
            <a:ext cx="8520600" cy="4218300"/>
          </a:xfrm>
          <a:prstGeom prst="rect">
            <a:avLst/>
          </a:prstGeom>
          <a:noFill/>
          <a:ln>
            <a:noFill/>
          </a:ln>
        </p:spPr>
      </p:sp>
      <p:sp>
        <p:nvSpPr>
          <p:cNvPr id="161" name="Google Shape;161;p32"/>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2" name="Shape 162"/>
        <p:cNvGrpSpPr/>
        <p:nvPr/>
      </p:nvGrpSpPr>
      <p:grpSpPr>
        <a:xfrm>
          <a:off x="0" y="0"/>
          <a:ext cx="0" cy="0"/>
          <a:chOff x="0" y="0"/>
          <a:chExt cx="0" cy="0"/>
        </a:xfrm>
      </p:grpSpPr>
      <p:sp>
        <p:nvSpPr>
          <p:cNvPr id="163" name="Google Shape;163;p33"/>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4" name="Google Shape;164;p33"/>
          <p:cNvSpPr/>
          <p:nvPr>
            <p:ph idx="2" type="pic"/>
          </p:nvPr>
        </p:nvSpPr>
        <p:spPr>
          <a:xfrm>
            <a:off x="3389600" y="118913"/>
            <a:ext cx="1643700" cy="1535100"/>
          </a:xfrm>
          <a:prstGeom prst="rect">
            <a:avLst/>
          </a:prstGeom>
          <a:noFill/>
          <a:ln>
            <a:noFill/>
          </a:ln>
        </p:spPr>
      </p:sp>
      <p:sp>
        <p:nvSpPr>
          <p:cNvPr id="165" name="Google Shape;165;p33"/>
          <p:cNvSpPr/>
          <p:nvPr>
            <p:ph idx="3" type="pic"/>
          </p:nvPr>
        </p:nvSpPr>
        <p:spPr>
          <a:xfrm>
            <a:off x="5195935" y="118913"/>
            <a:ext cx="1643700" cy="1535100"/>
          </a:xfrm>
          <a:prstGeom prst="rect">
            <a:avLst/>
          </a:prstGeom>
          <a:noFill/>
          <a:ln>
            <a:noFill/>
          </a:ln>
        </p:spPr>
      </p:sp>
      <p:sp>
        <p:nvSpPr>
          <p:cNvPr id="166" name="Google Shape;166;p33"/>
          <p:cNvSpPr/>
          <p:nvPr>
            <p:ph idx="4" type="pic"/>
          </p:nvPr>
        </p:nvSpPr>
        <p:spPr>
          <a:xfrm>
            <a:off x="7002270" y="118913"/>
            <a:ext cx="1643700" cy="1535100"/>
          </a:xfrm>
          <a:prstGeom prst="rect">
            <a:avLst/>
          </a:prstGeom>
          <a:noFill/>
          <a:ln>
            <a:noFill/>
          </a:ln>
        </p:spPr>
      </p:sp>
      <p:sp>
        <p:nvSpPr>
          <p:cNvPr id="167" name="Google Shape;167;p33"/>
          <p:cNvSpPr/>
          <p:nvPr>
            <p:ph idx="5" type="pic"/>
          </p:nvPr>
        </p:nvSpPr>
        <p:spPr>
          <a:xfrm>
            <a:off x="3389588" y="1804212"/>
            <a:ext cx="1643700" cy="1535100"/>
          </a:xfrm>
          <a:prstGeom prst="rect">
            <a:avLst/>
          </a:prstGeom>
          <a:noFill/>
          <a:ln>
            <a:noFill/>
          </a:ln>
        </p:spPr>
      </p:sp>
      <p:sp>
        <p:nvSpPr>
          <p:cNvPr id="168" name="Google Shape;168;p33"/>
          <p:cNvSpPr/>
          <p:nvPr>
            <p:ph idx="6" type="pic"/>
          </p:nvPr>
        </p:nvSpPr>
        <p:spPr>
          <a:xfrm>
            <a:off x="5195922" y="1804212"/>
            <a:ext cx="1643700" cy="1535100"/>
          </a:xfrm>
          <a:prstGeom prst="rect">
            <a:avLst/>
          </a:prstGeom>
          <a:noFill/>
          <a:ln>
            <a:noFill/>
          </a:ln>
        </p:spPr>
      </p:sp>
      <p:sp>
        <p:nvSpPr>
          <p:cNvPr id="169" name="Google Shape;169;p33"/>
          <p:cNvSpPr/>
          <p:nvPr>
            <p:ph idx="7" type="pic"/>
          </p:nvPr>
        </p:nvSpPr>
        <p:spPr>
          <a:xfrm>
            <a:off x="7002257" y="1804212"/>
            <a:ext cx="1643700" cy="1535100"/>
          </a:xfrm>
          <a:prstGeom prst="rect">
            <a:avLst/>
          </a:prstGeom>
          <a:noFill/>
          <a:ln>
            <a:noFill/>
          </a:ln>
        </p:spPr>
      </p:sp>
      <p:sp>
        <p:nvSpPr>
          <p:cNvPr id="170" name="Google Shape;170;p33"/>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171" name="Google Shape;171;p33"/>
          <p:cNvSpPr/>
          <p:nvPr>
            <p:ph idx="8" type="pic"/>
          </p:nvPr>
        </p:nvSpPr>
        <p:spPr>
          <a:xfrm>
            <a:off x="3389588" y="3489487"/>
            <a:ext cx="1643700" cy="1535100"/>
          </a:xfrm>
          <a:prstGeom prst="rect">
            <a:avLst/>
          </a:prstGeom>
          <a:noFill/>
          <a:ln>
            <a:noFill/>
          </a:ln>
        </p:spPr>
      </p:sp>
      <p:sp>
        <p:nvSpPr>
          <p:cNvPr id="172" name="Google Shape;172;p33"/>
          <p:cNvSpPr/>
          <p:nvPr>
            <p:ph idx="9" type="pic"/>
          </p:nvPr>
        </p:nvSpPr>
        <p:spPr>
          <a:xfrm>
            <a:off x="5195922" y="3489487"/>
            <a:ext cx="1643700" cy="1535100"/>
          </a:xfrm>
          <a:prstGeom prst="rect">
            <a:avLst/>
          </a:prstGeom>
          <a:noFill/>
          <a:ln>
            <a:noFill/>
          </a:ln>
        </p:spPr>
      </p:sp>
      <p:sp>
        <p:nvSpPr>
          <p:cNvPr id="173" name="Google Shape;173;p3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bg>
      <p:bgPr>
        <a:solidFill>
          <a:schemeClr val="lt2"/>
        </a:solidFill>
      </p:bgPr>
    </p:bg>
    <p:spTree>
      <p:nvGrpSpPr>
        <p:cNvPr id="174" name="Shape 174"/>
        <p:cNvGrpSpPr/>
        <p:nvPr/>
      </p:nvGrpSpPr>
      <p:grpSpPr>
        <a:xfrm>
          <a:off x="0" y="0"/>
          <a:ext cx="0" cy="0"/>
          <a:chOff x="0" y="0"/>
          <a:chExt cx="0" cy="0"/>
        </a:xfrm>
      </p:grpSpPr>
      <p:sp>
        <p:nvSpPr>
          <p:cNvPr id="175" name="Google Shape;175;p34"/>
          <p:cNvSpPr txBox="1"/>
          <p:nvPr>
            <p:ph type="title"/>
          </p:nvPr>
        </p:nvSpPr>
        <p:spPr>
          <a:xfrm>
            <a:off x="1605875" y="335300"/>
            <a:ext cx="75381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SzPts val="7200"/>
              <a:buNone/>
              <a:defRPr/>
            </a:lvl1pPr>
            <a:lvl2pPr lvl="1">
              <a:lnSpc>
                <a:spcPct val="65000"/>
              </a:lnSpc>
              <a:spcBef>
                <a:spcPts val="0"/>
              </a:spcBef>
              <a:spcAft>
                <a:spcPts val="0"/>
              </a:spcAft>
              <a:buSzPts val="7200"/>
              <a:buNone/>
              <a:defRPr/>
            </a:lvl2pPr>
            <a:lvl3pPr lvl="2">
              <a:lnSpc>
                <a:spcPct val="65000"/>
              </a:lnSpc>
              <a:spcBef>
                <a:spcPts val="0"/>
              </a:spcBef>
              <a:spcAft>
                <a:spcPts val="0"/>
              </a:spcAft>
              <a:buSzPts val="7200"/>
              <a:buNone/>
              <a:defRPr/>
            </a:lvl3pPr>
            <a:lvl4pPr lvl="3">
              <a:lnSpc>
                <a:spcPct val="65000"/>
              </a:lnSpc>
              <a:spcBef>
                <a:spcPts val="0"/>
              </a:spcBef>
              <a:spcAft>
                <a:spcPts val="0"/>
              </a:spcAft>
              <a:buSzPts val="7200"/>
              <a:buNone/>
              <a:defRPr/>
            </a:lvl4pPr>
            <a:lvl5pPr lvl="4">
              <a:lnSpc>
                <a:spcPct val="65000"/>
              </a:lnSpc>
              <a:spcBef>
                <a:spcPts val="0"/>
              </a:spcBef>
              <a:spcAft>
                <a:spcPts val="0"/>
              </a:spcAft>
              <a:buSzPts val="7200"/>
              <a:buNone/>
              <a:defRPr/>
            </a:lvl5pPr>
            <a:lvl6pPr lvl="5">
              <a:lnSpc>
                <a:spcPct val="65000"/>
              </a:lnSpc>
              <a:spcBef>
                <a:spcPts val="0"/>
              </a:spcBef>
              <a:spcAft>
                <a:spcPts val="0"/>
              </a:spcAft>
              <a:buSzPts val="7200"/>
              <a:buNone/>
              <a:defRPr/>
            </a:lvl6pPr>
            <a:lvl7pPr lvl="6">
              <a:lnSpc>
                <a:spcPct val="65000"/>
              </a:lnSpc>
              <a:spcBef>
                <a:spcPts val="0"/>
              </a:spcBef>
              <a:spcAft>
                <a:spcPts val="0"/>
              </a:spcAft>
              <a:buSzPts val="7200"/>
              <a:buNone/>
              <a:defRPr/>
            </a:lvl7pPr>
            <a:lvl8pPr lvl="7">
              <a:lnSpc>
                <a:spcPct val="65000"/>
              </a:lnSpc>
              <a:spcBef>
                <a:spcPts val="0"/>
              </a:spcBef>
              <a:spcAft>
                <a:spcPts val="0"/>
              </a:spcAft>
              <a:buSzPts val="7200"/>
              <a:buNone/>
              <a:defRPr/>
            </a:lvl8pPr>
            <a:lvl9pPr lvl="8">
              <a:lnSpc>
                <a:spcPct val="65000"/>
              </a:lnSpc>
              <a:spcBef>
                <a:spcPts val="0"/>
              </a:spcBef>
              <a:spcAft>
                <a:spcPts val="0"/>
              </a:spcAft>
              <a:buSzPts val="7200"/>
              <a:buNone/>
              <a:defRPr/>
            </a:lvl9pPr>
          </a:lstStyle>
          <a:p/>
        </p:txBody>
      </p:sp>
      <p:sp>
        <p:nvSpPr>
          <p:cNvPr id="176" name="Google Shape;176;p34"/>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r>
              <a:rPr lang="en"/>
              <a:t>p</a:t>
            </a:r>
            <a:r>
              <a:rPr lang="en"/>
              <a:t>g. </a:t>
            </a:r>
            <a:fld id="{00000000-1234-1234-1234-123412341234}" type="slidenum">
              <a:rPr lang="en"/>
              <a:t>‹#›</a:t>
            </a:fld>
            <a:endParaRPr/>
          </a:p>
        </p:txBody>
      </p:sp>
      <p:sp>
        <p:nvSpPr>
          <p:cNvPr id="177" name="Google Shape;177;p34"/>
          <p:cNvSpPr/>
          <p:nvPr>
            <p:ph idx="2" type="pic"/>
          </p:nvPr>
        </p:nvSpPr>
        <p:spPr>
          <a:xfrm>
            <a:off x="-25" y="2917350"/>
            <a:ext cx="2504400" cy="1668300"/>
          </a:xfrm>
          <a:prstGeom prst="rect">
            <a:avLst/>
          </a:prstGeom>
          <a:noFill/>
          <a:ln>
            <a:noFill/>
          </a:ln>
        </p:spPr>
      </p:sp>
      <p:sp>
        <p:nvSpPr>
          <p:cNvPr id="178" name="Google Shape;178;p34"/>
          <p:cNvSpPr/>
          <p:nvPr>
            <p:ph idx="3" type="pic"/>
          </p:nvPr>
        </p:nvSpPr>
        <p:spPr>
          <a:xfrm>
            <a:off x="6057900" y="636250"/>
            <a:ext cx="3086100" cy="2469600"/>
          </a:xfrm>
          <a:prstGeom prst="rect">
            <a:avLst/>
          </a:prstGeom>
          <a:noFill/>
          <a:ln>
            <a:noFill/>
          </a:ln>
        </p:spPr>
      </p:sp>
      <p:sp>
        <p:nvSpPr>
          <p:cNvPr id="179" name="Google Shape;179;p34"/>
          <p:cNvSpPr/>
          <p:nvPr>
            <p:ph idx="4" type="pic"/>
          </p:nvPr>
        </p:nvSpPr>
        <p:spPr>
          <a:xfrm>
            <a:off x="6057900" y="3998050"/>
            <a:ext cx="1145400" cy="1145400"/>
          </a:xfrm>
          <a:prstGeom prst="rect">
            <a:avLst/>
          </a:prstGeom>
          <a:noFill/>
          <a:ln>
            <a:noFill/>
          </a:ln>
        </p:spPr>
      </p:sp>
      <p:sp>
        <p:nvSpPr>
          <p:cNvPr id="180" name="Google Shape;180;p34"/>
          <p:cNvSpPr txBox="1"/>
          <p:nvPr>
            <p:ph idx="5" type="title"/>
          </p:nvPr>
        </p:nvSpPr>
        <p:spPr>
          <a:xfrm>
            <a:off x="1605875" y="1164200"/>
            <a:ext cx="7538100" cy="1462500"/>
          </a:xfrm>
          <a:prstGeom prst="rect">
            <a:avLst/>
          </a:prstGeom>
        </p:spPr>
        <p:txBody>
          <a:bodyPr anchorCtr="0" anchor="t" bIns="91425" lIns="91425" spcFirstLastPara="1" rIns="91425" wrap="square" tIns="91425">
            <a:spAutoFit/>
          </a:bodyPr>
          <a:lstStyle>
            <a:lvl1pPr lvl="0">
              <a:lnSpc>
                <a:spcPct val="65000"/>
              </a:lnSpc>
              <a:spcBef>
                <a:spcPts val="0"/>
              </a:spcBef>
              <a:spcAft>
                <a:spcPts val="0"/>
              </a:spcAft>
              <a:buClr>
                <a:schemeClr val="accent2"/>
              </a:buClr>
              <a:buSzPts val="7200"/>
              <a:buNone/>
              <a:defRPr b="1">
                <a:solidFill>
                  <a:schemeClr val="accent2"/>
                </a:solidFill>
              </a:defRPr>
            </a:lvl1pPr>
            <a:lvl2pPr lvl="1">
              <a:spcBef>
                <a:spcPts val="0"/>
              </a:spcBef>
              <a:spcAft>
                <a:spcPts val="0"/>
              </a:spcAft>
              <a:buClr>
                <a:schemeClr val="accent2"/>
              </a:buClr>
              <a:buSzPts val="7200"/>
              <a:buNone/>
              <a:defRPr>
                <a:solidFill>
                  <a:schemeClr val="accent2"/>
                </a:solidFill>
              </a:defRPr>
            </a:lvl2pPr>
            <a:lvl3pPr lvl="2">
              <a:spcBef>
                <a:spcPts val="0"/>
              </a:spcBef>
              <a:spcAft>
                <a:spcPts val="0"/>
              </a:spcAft>
              <a:buClr>
                <a:schemeClr val="accent2"/>
              </a:buClr>
              <a:buSzPts val="7200"/>
              <a:buNone/>
              <a:defRPr>
                <a:solidFill>
                  <a:schemeClr val="accent2"/>
                </a:solidFill>
              </a:defRPr>
            </a:lvl3pPr>
            <a:lvl4pPr lvl="3">
              <a:spcBef>
                <a:spcPts val="0"/>
              </a:spcBef>
              <a:spcAft>
                <a:spcPts val="0"/>
              </a:spcAft>
              <a:buClr>
                <a:schemeClr val="accent2"/>
              </a:buClr>
              <a:buSzPts val="7200"/>
              <a:buNone/>
              <a:defRPr>
                <a:solidFill>
                  <a:schemeClr val="accent2"/>
                </a:solidFill>
              </a:defRPr>
            </a:lvl4pPr>
            <a:lvl5pPr lvl="4">
              <a:spcBef>
                <a:spcPts val="0"/>
              </a:spcBef>
              <a:spcAft>
                <a:spcPts val="0"/>
              </a:spcAft>
              <a:buClr>
                <a:schemeClr val="accent2"/>
              </a:buClr>
              <a:buSzPts val="7200"/>
              <a:buNone/>
              <a:defRPr>
                <a:solidFill>
                  <a:schemeClr val="accent2"/>
                </a:solidFill>
              </a:defRPr>
            </a:lvl5pPr>
            <a:lvl6pPr lvl="5">
              <a:spcBef>
                <a:spcPts val="0"/>
              </a:spcBef>
              <a:spcAft>
                <a:spcPts val="0"/>
              </a:spcAft>
              <a:buClr>
                <a:schemeClr val="accent2"/>
              </a:buClr>
              <a:buSzPts val="7200"/>
              <a:buNone/>
              <a:defRPr>
                <a:solidFill>
                  <a:schemeClr val="accent2"/>
                </a:solidFill>
              </a:defRPr>
            </a:lvl6pPr>
            <a:lvl7pPr lvl="6">
              <a:spcBef>
                <a:spcPts val="0"/>
              </a:spcBef>
              <a:spcAft>
                <a:spcPts val="0"/>
              </a:spcAft>
              <a:buClr>
                <a:schemeClr val="accent2"/>
              </a:buClr>
              <a:buSzPts val="7200"/>
              <a:buNone/>
              <a:defRPr>
                <a:solidFill>
                  <a:schemeClr val="accent2"/>
                </a:solidFill>
              </a:defRPr>
            </a:lvl7pPr>
            <a:lvl8pPr lvl="7">
              <a:spcBef>
                <a:spcPts val="0"/>
              </a:spcBef>
              <a:spcAft>
                <a:spcPts val="0"/>
              </a:spcAft>
              <a:buClr>
                <a:schemeClr val="accent2"/>
              </a:buClr>
              <a:buSzPts val="7200"/>
              <a:buNone/>
              <a:defRPr>
                <a:solidFill>
                  <a:schemeClr val="accent2"/>
                </a:solidFill>
              </a:defRPr>
            </a:lvl8pPr>
            <a:lvl9pPr lvl="8">
              <a:spcBef>
                <a:spcPts val="0"/>
              </a:spcBef>
              <a:spcAft>
                <a:spcPts val="0"/>
              </a:spcAft>
              <a:buClr>
                <a:schemeClr val="accent2"/>
              </a:buClr>
              <a:buSzPts val="7200"/>
              <a:buNone/>
              <a:defRPr>
                <a:solidFill>
                  <a:schemeClr val="accent2"/>
                </a:solidFill>
              </a:defRPr>
            </a:lvl9pPr>
          </a:lstStyle>
          <a:p/>
        </p:txBody>
      </p:sp>
      <p:sp>
        <p:nvSpPr>
          <p:cNvPr id="181" name="Google Shape;181;p34"/>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182" name="Google Shape;182;p34"/>
          <p:cNvSpPr txBox="1"/>
          <p:nvPr>
            <p:ph idx="6"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Mission">
  <p:cSld name="CUSTOM">
    <p:bg>
      <p:bgPr>
        <a:solidFill>
          <a:schemeClr val="lt2"/>
        </a:solidFill>
      </p:bgPr>
    </p:bg>
    <p:spTree>
      <p:nvGrpSpPr>
        <p:cNvPr id="183" name="Shape 183"/>
        <p:cNvGrpSpPr/>
        <p:nvPr/>
      </p:nvGrpSpPr>
      <p:grpSpPr>
        <a:xfrm>
          <a:off x="0" y="0"/>
          <a:ext cx="0" cy="0"/>
          <a:chOff x="0" y="0"/>
          <a:chExt cx="0" cy="0"/>
        </a:xfrm>
      </p:grpSpPr>
      <p:sp>
        <p:nvSpPr>
          <p:cNvPr id="184" name="Google Shape;184;p35"/>
          <p:cNvSpPr txBox="1"/>
          <p:nvPr>
            <p:ph idx="1" type="body"/>
          </p:nvPr>
        </p:nvSpPr>
        <p:spPr>
          <a:xfrm>
            <a:off x="1746472" y="1569600"/>
            <a:ext cx="4287000" cy="18537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5" name="Google Shape;185;p35"/>
          <p:cNvSpPr txBox="1"/>
          <p:nvPr>
            <p:ph idx="2"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186" name="Google Shape;186;p35"/>
          <p:cNvSpPr txBox="1"/>
          <p:nvPr>
            <p:ph idx="3"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187" name="Google Shape;187;p35"/>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188" name="Google Shape;188;p35"/>
          <p:cNvSpPr/>
          <p:nvPr>
            <p:ph idx="4" type="pic"/>
          </p:nvPr>
        </p:nvSpPr>
        <p:spPr>
          <a:xfrm>
            <a:off x="-25" y="2896025"/>
            <a:ext cx="1470600" cy="2247600"/>
          </a:xfrm>
          <a:prstGeom prst="rect">
            <a:avLst/>
          </a:prstGeom>
          <a:noFill/>
          <a:ln>
            <a:noFill/>
          </a:ln>
        </p:spPr>
      </p:sp>
      <p:sp>
        <p:nvSpPr>
          <p:cNvPr id="189" name="Google Shape;189;p35"/>
          <p:cNvSpPr/>
          <p:nvPr>
            <p:ph idx="5" type="pic"/>
          </p:nvPr>
        </p:nvSpPr>
        <p:spPr>
          <a:xfrm>
            <a:off x="7037800" y="712950"/>
            <a:ext cx="2106300" cy="2710500"/>
          </a:xfrm>
          <a:prstGeom prst="rect">
            <a:avLst/>
          </a:prstGeom>
          <a:noFill/>
          <a:ln>
            <a:noFill/>
          </a:ln>
        </p:spPr>
      </p:sp>
      <p:sp>
        <p:nvSpPr>
          <p:cNvPr id="190" name="Google Shape;190;p35"/>
          <p:cNvSpPr/>
          <p:nvPr>
            <p:ph idx="6" type="pic"/>
          </p:nvPr>
        </p:nvSpPr>
        <p:spPr>
          <a:xfrm>
            <a:off x="5323300" y="3423300"/>
            <a:ext cx="1714500" cy="1714500"/>
          </a:xfrm>
          <a:prstGeom prst="rect">
            <a:avLst/>
          </a:prstGeom>
          <a:noFill/>
          <a:ln>
            <a:noFill/>
          </a:ln>
        </p:spPr>
      </p:sp>
      <p:sp>
        <p:nvSpPr>
          <p:cNvPr id="191" name="Google Shape;191;p35"/>
          <p:cNvSpPr txBox="1"/>
          <p:nvPr>
            <p:ph type="title"/>
          </p:nvPr>
        </p:nvSpPr>
        <p:spPr>
          <a:xfrm>
            <a:off x="1605875" y="335300"/>
            <a:ext cx="75381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600"/>
              <a:buNone/>
              <a:defRPr sz="5600"/>
            </a:lvl2pPr>
            <a:lvl3pPr lvl="2">
              <a:lnSpc>
                <a:spcPct val="65000"/>
              </a:lnSpc>
              <a:spcBef>
                <a:spcPts val="0"/>
              </a:spcBef>
              <a:spcAft>
                <a:spcPts val="0"/>
              </a:spcAft>
              <a:buSzPts val="5600"/>
              <a:buNone/>
              <a:defRPr sz="5600"/>
            </a:lvl3pPr>
            <a:lvl4pPr lvl="3">
              <a:lnSpc>
                <a:spcPct val="65000"/>
              </a:lnSpc>
              <a:spcBef>
                <a:spcPts val="0"/>
              </a:spcBef>
              <a:spcAft>
                <a:spcPts val="0"/>
              </a:spcAft>
              <a:buSzPts val="5600"/>
              <a:buNone/>
              <a:defRPr sz="5600"/>
            </a:lvl4pPr>
            <a:lvl5pPr lvl="4">
              <a:lnSpc>
                <a:spcPct val="65000"/>
              </a:lnSpc>
              <a:spcBef>
                <a:spcPts val="0"/>
              </a:spcBef>
              <a:spcAft>
                <a:spcPts val="0"/>
              </a:spcAft>
              <a:buSzPts val="5600"/>
              <a:buNone/>
              <a:defRPr sz="5600"/>
            </a:lvl5pPr>
            <a:lvl6pPr lvl="5">
              <a:lnSpc>
                <a:spcPct val="65000"/>
              </a:lnSpc>
              <a:spcBef>
                <a:spcPts val="0"/>
              </a:spcBef>
              <a:spcAft>
                <a:spcPts val="0"/>
              </a:spcAft>
              <a:buSzPts val="5600"/>
              <a:buNone/>
              <a:defRPr sz="5600"/>
            </a:lvl6pPr>
            <a:lvl7pPr lvl="6">
              <a:lnSpc>
                <a:spcPct val="65000"/>
              </a:lnSpc>
              <a:spcBef>
                <a:spcPts val="0"/>
              </a:spcBef>
              <a:spcAft>
                <a:spcPts val="0"/>
              </a:spcAft>
              <a:buSzPts val="5600"/>
              <a:buNone/>
              <a:defRPr sz="5600"/>
            </a:lvl7pPr>
            <a:lvl8pPr lvl="7">
              <a:lnSpc>
                <a:spcPct val="65000"/>
              </a:lnSpc>
              <a:spcBef>
                <a:spcPts val="0"/>
              </a:spcBef>
              <a:spcAft>
                <a:spcPts val="0"/>
              </a:spcAft>
              <a:buSzPts val="5600"/>
              <a:buNone/>
              <a:defRPr sz="5600"/>
            </a:lvl8pPr>
            <a:lvl9pPr lvl="8">
              <a:lnSpc>
                <a:spcPct val="65000"/>
              </a:lnSpc>
              <a:spcBef>
                <a:spcPts val="0"/>
              </a:spcBef>
              <a:spcAft>
                <a:spcPts val="0"/>
              </a:spcAft>
              <a:buSzPts val="5600"/>
              <a:buNone/>
              <a:defRPr sz="5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TITLE_1">
    <p:spTree>
      <p:nvGrpSpPr>
        <p:cNvPr id="192" name="Shape 192"/>
        <p:cNvGrpSpPr/>
        <p:nvPr/>
      </p:nvGrpSpPr>
      <p:grpSpPr>
        <a:xfrm>
          <a:off x="0" y="0"/>
          <a:ext cx="0" cy="0"/>
          <a:chOff x="0" y="0"/>
          <a:chExt cx="0" cy="0"/>
        </a:xfrm>
      </p:grpSpPr>
      <p:sp>
        <p:nvSpPr>
          <p:cNvPr id="193" name="Google Shape;193;p36"/>
          <p:cNvSpPr txBox="1"/>
          <p:nvPr>
            <p:ph type="title"/>
          </p:nvPr>
        </p:nvSpPr>
        <p:spPr>
          <a:xfrm>
            <a:off x="1605875" y="335300"/>
            <a:ext cx="75381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600"/>
              <a:buNone/>
              <a:defRPr sz="5600">
                <a:solidFill>
                  <a:schemeClr val="accent2"/>
                </a:solidFill>
              </a:defRPr>
            </a:lvl2pPr>
            <a:lvl3pPr lvl="2">
              <a:lnSpc>
                <a:spcPct val="65000"/>
              </a:lnSpc>
              <a:spcBef>
                <a:spcPts val="0"/>
              </a:spcBef>
              <a:spcAft>
                <a:spcPts val="0"/>
              </a:spcAft>
              <a:buClr>
                <a:schemeClr val="accent2"/>
              </a:buClr>
              <a:buSzPts val="5600"/>
              <a:buNone/>
              <a:defRPr sz="5600">
                <a:solidFill>
                  <a:schemeClr val="accent2"/>
                </a:solidFill>
              </a:defRPr>
            </a:lvl3pPr>
            <a:lvl4pPr lvl="3">
              <a:lnSpc>
                <a:spcPct val="65000"/>
              </a:lnSpc>
              <a:spcBef>
                <a:spcPts val="0"/>
              </a:spcBef>
              <a:spcAft>
                <a:spcPts val="0"/>
              </a:spcAft>
              <a:buClr>
                <a:schemeClr val="accent2"/>
              </a:buClr>
              <a:buSzPts val="5600"/>
              <a:buNone/>
              <a:defRPr sz="5600">
                <a:solidFill>
                  <a:schemeClr val="accent2"/>
                </a:solidFill>
              </a:defRPr>
            </a:lvl4pPr>
            <a:lvl5pPr lvl="4">
              <a:lnSpc>
                <a:spcPct val="65000"/>
              </a:lnSpc>
              <a:spcBef>
                <a:spcPts val="0"/>
              </a:spcBef>
              <a:spcAft>
                <a:spcPts val="0"/>
              </a:spcAft>
              <a:buClr>
                <a:schemeClr val="accent2"/>
              </a:buClr>
              <a:buSzPts val="5600"/>
              <a:buNone/>
              <a:defRPr sz="5600">
                <a:solidFill>
                  <a:schemeClr val="accent2"/>
                </a:solidFill>
              </a:defRPr>
            </a:lvl5pPr>
            <a:lvl6pPr lvl="5">
              <a:lnSpc>
                <a:spcPct val="65000"/>
              </a:lnSpc>
              <a:spcBef>
                <a:spcPts val="0"/>
              </a:spcBef>
              <a:spcAft>
                <a:spcPts val="0"/>
              </a:spcAft>
              <a:buClr>
                <a:schemeClr val="accent2"/>
              </a:buClr>
              <a:buSzPts val="5600"/>
              <a:buNone/>
              <a:defRPr sz="5600">
                <a:solidFill>
                  <a:schemeClr val="accent2"/>
                </a:solidFill>
              </a:defRPr>
            </a:lvl6pPr>
            <a:lvl7pPr lvl="6">
              <a:lnSpc>
                <a:spcPct val="65000"/>
              </a:lnSpc>
              <a:spcBef>
                <a:spcPts val="0"/>
              </a:spcBef>
              <a:spcAft>
                <a:spcPts val="0"/>
              </a:spcAft>
              <a:buClr>
                <a:schemeClr val="accent2"/>
              </a:buClr>
              <a:buSzPts val="5600"/>
              <a:buNone/>
              <a:defRPr sz="5600">
                <a:solidFill>
                  <a:schemeClr val="accent2"/>
                </a:solidFill>
              </a:defRPr>
            </a:lvl7pPr>
            <a:lvl8pPr lvl="7">
              <a:lnSpc>
                <a:spcPct val="65000"/>
              </a:lnSpc>
              <a:spcBef>
                <a:spcPts val="0"/>
              </a:spcBef>
              <a:spcAft>
                <a:spcPts val="0"/>
              </a:spcAft>
              <a:buClr>
                <a:schemeClr val="accent2"/>
              </a:buClr>
              <a:buSzPts val="5600"/>
              <a:buNone/>
              <a:defRPr sz="5600">
                <a:solidFill>
                  <a:schemeClr val="accent2"/>
                </a:solidFill>
              </a:defRPr>
            </a:lvl8pPr>
            <a:lvl9pPr lvl="8">
              <a:lnSpc>
                <a:spcPct val="65000"/>
              </a:lnSpc>
              <a:spcBef>
                <a:spcPts val="0"/>
              </a:spcBef>
              <a:spcAft>
                <a:spcPts val="0"/>
              </a:spcAft>
              <a:buClr>
                <a:schemeClr val="accent2"/>
              </a:buClr>
              <a:buSzPts val="5600"/>
              <a:buNone/>
              <a:defRPr sz="5600">
                <a:solidFill>
                  <a:schemeClr val="accent2"/>
                </a:solidFill>
              </a:defRPr>
            </a:lvl9pPr>
          </a:lstStyle>
          <a:p/>
        </p:txBody>
      </p:sp>
      <p:sp>
        <p:nvSpPr>
          <p:cNvPr id="194" name="Google Shape;194;p36"/>
          <p:cNvSpPr txBox="1"/>
          <p:nvPr>
            <p:ph idx="2" type="title"/>
          </p:nvPr>
        </p:nvSpPr>
        <p:spPr>
          <a:xfrm>
            <a:off x="1610975" y="1315350"/>
            <a:ext cx="6482700" cy="3828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3600"/>
              <a:buNone/>
              <a:defRPr sz="3600"/>
            </a:lvl1pPr>
            <a:lvl2pPr lvl="1">
              <a:lnSpc>
                <a:spcPct val="100000"/>
              </a:lnSpc>
              <a:spcBef>
                <a:spcPts val="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
        <p:nvSpPr>
          <p:cNvPr id="195" name="Google Shape;195;p36"/>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196" name="Google Shape;196;p36"/>
          <p:cNvSpPr txBox="1"/>
          <p:nvPr>
            <p:ph idx="3"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197" name="Google Shape;197;p36"/>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Tree>
  </p:cSld>
  <p:clrMapOvr>
    <a:masterClrMapping/>
  </p:clrMapOvr>
  <p:extLst>
    <p:ext uri="{DCECCB84-F9BA-43D5-87BE-67443E8EF086}">
      <p15:sldGuideLst>
        <p15:guide id="1" orient="horz" pos="144">
          <p15:clr>
            <a:srgbClr val="FA7B17"/>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p:cSld name="CUSTOM_1_1">
    <p:bg>
      <p:bgPr>
        <a:solidFill>
          <a:schemeClr val="lt1"/>
        </a:solidFill>
      </p:bgPr>
    </p:bg>
    <p:spTree>
      <p:nvGrpSpPr>
        <p:cNvPr id="198" name="Shape 198"/>
        <p:cNvGrpSpPr/>
        <p:nvPr/>
      </p:nvGrpSpPr>
      <p:grpSpPr>
        <a:xfrm>
          <a:off x="0" y="0"/>
          <a:ext cx="0" cy="0"/>
          <a:chOff x="0" y="0"/>
          <a:chExt cx="0" cy="0"/>
        </a:xfrm>
      </p:grpSpPr>
      <p:sp>
        <p:nvSpPr>
          <p:cNvPr id="199" name="Google Shape;199;p37"/>
          <p:cNvSpPr txBox="1"/>
          <p:nvPr>
            <p:ph idx="1" type="body"/>
          </p:nvPr>
        </p:nvSpPr>
        <p:spPr>
          <a:xfrm>
            <a:off x="1746475" y="1206375"/>
            <a:ext cx="4122000" cy="25146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00" name="Google Shape;200;p37"/>
          <p:cNvSpPr/>
          <p:nvPr>
            <p:ph idx="2" type="pic"/>
          </p:nvPr>
        </p:nvSpPr>
        <p:spPr>
          <a:xfrm>
            <a:off x="6438900" y="1545300"/>
            <a:ext cx="2705100" cy="3592500"/>
          </a:xfrm>
          <a:prstGeom prst="rect">
            <a:avLst/>
          </a:prstGeom>
          <a:noFill/>
          <a:ln>
            <a:noFill/>
          </a:ln>
        </p:spPr>
      </p:sp>
      <p:sp>
        <p:nvSpPr>
          <p:cNvPr id="201" name="Google Shape;201;p37"/>
          <p:cNvSpPr/>
          <p:nvPr>
            <p:ph idx="3" type="pic"/>
          </p:nvPr>
        </p:nvSpPr>
        <p:spPr>
          <a:xfrm>
            <a:off x="2871750" y="3721100"/>
            <a:ext cx="2899500" cy="1422300"/>
          </a:xfrm>
          <a:prstGeom prst="rect">
            <a:avLst/>
          </a:prstGeom>
          <a:noFill/>
          <a:ln>
            <a:noFill/>
          </a:ln>
        </p:spPr>
      </p:sp>
      <p:sp>
        <p:nvSpPr>
          <p:cNvPr id="202" name="Google Shape;202;p37"/>
          <p:cNvSpPr txBox="1"/>
          <p:nvPr>
            <p:ph idx="4"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203" name="Google Shape;203;p37"/>
          <p:cNvSpPr txBox="1"/>
          <p:nvPr>
            <p:ph idx="5"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204" name="Google Shape;204;p37"/>
          <p:cNvSpPr txBox="1"/>
          <p:nvPr>
            <p:ph type="title"/>
          </p:nvPr>
        </p:nvSpPr>
        <p:spPr>
          <a:xfrm>
            <a:off x="73152" y="335300"/>
            <a:ext cx="88848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600"/>
              <a:buNone/>
              <a:defRPr sz="5600">
                <a:solidFill>
                  <a:schemeClr val="accent2"/>
                </a:solidFill>
              </a:defRPr>
            </a:lvl2pPr>
            <a:lvl3pPr lvl="2">
              <a:lnSpc>
                <a:spcPct val="65000"/>
              </a:lnSpc>
              <a:spcBef>
                <a:spcPts val="0"/>
              </a:spcBef>
              <a:spcAft>
                <a:spcPts val="0"/>
              </a:spcAft>
              <a:buClr>
                <a:schemeClr val="accent2"/>
              </a:buClr>
              <a:buSzPts val="5600"/>
              <a:buNone/>
              <a:defRPr sz="5600">
                <a:solidFill>
                  <a:schemeClr val="accent2"/>
                </a:solidFill>
              </a:defRPr>
            </a:lvl3pPr>
            <a:lvl4pPr lvl="3">
              <a:lnSpc>
                <a:spcPct val="65000"/>
              </a:lnSpc>
              <a:spcBef>
                <a:spcPts val="0"/>
              </a:spcBef>
              <a:spcAft>
                <a:spcPts val="0"/>
              </a:spcAft>
              <a:buClr>
                <a:schemeClr val="accent2"/>
              </a:buClr>
              <a:buSzPts val="5600"/>
              <a:buNone/>
              <a:defRPr sz="5600">
                <a:solidFill>
                  <a:schemeClr val="accent2"/>
                </a:solidFill>
              </a:defRPr>
            </a:lvl4pPr>
            <a:lvl5pPr lvl="4">
              <a:lnSpc>
                <a:spcPct val="65000"/>
              </a:lnSpc>
              <a:spcBef>
                <a:spcPts val="0"/>
              </a:spcBef>
              <a:spcAft>
                <a:spcPts val="0"/>
              </a:spcAft>
              <a:buClr>
                <a:schemeClr val="accent2"/>
              </a:buClr>
              <a:buSzPts val="5600"/>
              <a:buNone/>
              <a:defRPr sz="5600">
                <a:solidFill>
                  <a:schemeClr val="accent2"/>
                </a:solidFill>
              </a:defRPr>
            </a:lvl5pPr>
            <a:lvl6pPr lvl="5">
              <a:lnSpc>
                <a:spcPct val="65000"/>
              </a:lnSpc>
              <a:spcBef>
                <a:spcPts val="0"/>
              </a:spcBef>
              <a:spcAft>
                <a:spcPts val="0"/>
              </a:spcAft>
              <a:buClr>
                <a:schemeClr val="accent2"/>
              </a:buClr>
              <a:buSzPts val="5600"/>
              <a:buNone/>
              <a:defRPr sz="5600">
                <a:solidFill>
                  <a:schemeClr val="accent2"/>
                </a:solidFill>
              </a:defRPr>
            </a:lvl6pPr>
            <a:lvl7pPr lvl="6">
              <a:lnSpc>
                <a:spcPct val="65000"/>
              </a:lnSpc>
              <a:spcBef>
                <a:spcPts val="0"/>
              </a:spcBef>
              <a:spcAft>
                <a:spcPts val="0"/>
              </a:spcAft>
              <a:buClr>
                <a:schemeClr val="accent2"/>
              </a:buClr>
              <a:buSzPts val="5600"/>
              <a:buNone/>
              <a:defRPr sz="5600">
                <a:solidFill>
                  <a:schemeClr val="accent2"/>
                </a:solidFill>
              </a:defRPr>
            </a:lvl7pPr>
            <a:lvl8pPr lvl="7">
              <a:lnSpc>
                <a:spcPct val="65000"/>
              </a:lnSpc>
              <a:spcBef>
                <a:spcPts val="0"/>
              </a:spcBef>
              <a:spcAft>
                <a:spcPts val="0"/>
              </a:spcAft>
              <a:buClr>
                <a:schemeClr val="accent2"/>
              </a:buClr>
              <a:buSzPts val="5600"/>
              <a:buNone/>
              <a:defRPr sz="5600">
                <a:solidFill>
                  <a:schemeClr val="accent2"/>
                </a:solidFill>
              </a:defRPr>
            </a:lvl8pPr>
            <a:lvl9pPr lvl="8">
              <a:lnSpc>
                <a:spcPct val="65000"/>
              </a:lnSpc>
              <a:spcBef>
                <a:spcPts val="0"/>
              </a:spcBef>
              <a:spcAft>
                <a:spcPts val="0"/>
              </a:spcAft>
              <a:buClr>
                <a:schemeClr val="accent2"/>
              </a:buClr>
              <a:buSzPts val="5600"/>
              <a:buNone/>
              <a:defRPr sz="5600">
                <a:solidFill>
                  <a:schemeClr val="accent2"/>
                </a:solidFill>
              </a:defRPr>
            </a:lvl9pPr>
          </a:lstStyle>
          <a:p/>
        </p:txBody>
      </p:sp>
      <p:sp>
        <p:nvSpPr>
          <p:cNvPr id="205" name="Google Shape;205;p37"/>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TITLE_36">
    <p:bg>
      <p:bgPr>
        <a:solidFill>
          <a:schemeClr val="lt2"/>
        </a:solidFill>
      </p:bgPr>
    </p:bg>
    <p:spTree>
      <p:nvGrpSpPr>
        <p:cNvPr id="206" name="Shape 206"/>
        <p:cNvGrpSpPr/>
        <p:nvPr/>
      </p:nvGrpSpPr>
      <p:grpSpPr>
        <a:xfrm>
          <a:off x="0" y="0"/>
          <a:ext cx="0" cy="0"/>
          <a:chOff x="0" y="0"/>
          <a:chExt cx="0" cy="0"/>
        </a:xfrm>
      </p:grpSpPr>
      <p:sp>
        <p:nvSpPr>
          <p:cNvPr id="207" name="Google Shape;207;p38"/>
          <p:cNvSpPr txBox="1"/>
          <p:nvPr>
            <p:ph type="title"/>
          </p:nvPr>
        </p:nvSpPr>
        <p:spPr>
          <a:xfrm>
            <a:off x="1605875" y="335300"/>
            <a:ext cx="75381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7200"/>
              <a:buNone/>
              <a:defRPr>
                <a:solidFill>
                  <a:schemeClr val="accent2"/>
                </a:solidFill>
              </a:defRPr>
            </a:lvl1pPr>
            <a:lvl2pPr lvl="1">
              <a:lnSpc>
                <a:spcPct val="65000"/>
              </a:lnSpc>
              <a:spcBef>
                <a:spcPts val="0"/>
              </a:spcBef>
              <a:spcAft>
                <a:spcPts val="0"/>
              </a:spcAft>
              <a:buSzPts val="7200"/>
              <a:buNone/>
              <a:defRPr/>
            </a:lvl2pPr>
            <a:lvl3pPr lvl="2">
              <a:lnSpc>
                <a:spcPct val="65000"/>
              </a:lnSpc>
              <a:spcBef>
                <a:spcPts val="0"/>
              </a:spcBef>
              <a:spcAft>
                <a:spcPts val="0"/>
              </a:spcAft>
              <a:buSzPts val="7200"/>
              <a:buNone/>
              <a:defRPr/>
            </a:lvl3pPr>
            <a:lvl4pPr lvl="3">
              <a:lnSpc>
                <a:spcPct val="65000"/>
              </a:lnSpc>
              <a:spcBef>
                <a:spcPts val="0"/>
              </a:spcBef>
              <a:spcAft>
                <a:spcPts val="0"/>
              </a:spcAft>
              <a:buSzPts val="7200"/>
              <a:buNone/>
              <a:defRPr/>
            </a:lvl4pPr>
            <a:lvl5pPr lvl="4">
              <a:lnSpc>
                <a:spcPct val="65000"/>
              </a:lnSpc>
              <a:spcBef>
                <a:spcPts val="0"/>
              </a:spcBef>
              <a:spcAft>
                <a:spcPts val="0"/>
              </a:spcAft>
              <a:buSzPts val="7200"/>
              <a:buNone/>
              <a:defRPr/>
            </a:lvl5pPr>
            <a:lvl6pPr lvl="5">
              <a:lnSpc>
                <a:spcPct val="65000"/>
              </a:lnSpc>
              <a:spcBef>
                <a:spcPts val="0"/>
              </a:spcBef>
              <a:spcAft>
                <a:spcPts val="0"/>
              </a:spcAft>
              <a:buSzPts val="7200"/>
              <a:buNone/>
              <a:defRPr/>
            </a:lvl6pPr>
            <a:lvl7pPr lvl="6">
              <a:lnSpc>
                <a:spcPct val="65000"/>
              </a:lnSpc>
              <a:spcBef>
                <a:spcPts val="0"/>
              </a:spcBef>
              <a:spcAft>
                <a:spcPts val="0"/>
              </a:spcAft>
              <a:buSzPts val="7200"/>
              <a:buNone/>
              <a:defRPr/>
            </a:lvl7pPr>
            <a:lvl8pPr lvl="7">
              <a:lnSpc>
                <a:spcPct val="65000"/>
              </a:lnSpc>
              <a:spcBef>
                <a:spcPts val="0"/>
              </a:spcBef>
              <a:spcAft>
                <a:spcPts val="0"/>
              </a:spcAft>
              <a:buSzPts val="7200"/>
              <a:buNone/>
              <a:defRPr/>
            </a:lvl8pPr>
            <a:lvl9pPr lvl="8">
              <a:lnSpc>
                <a:spcPct val="65000"/>
              </a:lnSpc>
              <a:spcBef>
                <a:spcPts val="0"/>
              </a:spcBef>
              <a:spcAft>
                <a:spcPts val="0"/>
              </a:spcAft>
              <a:buSzPts val="7200"/>
              <a:buNone/>
              <a:defRPr/>
            </a:lvl9pPr>
          </a:lstStyle>
          <a:p/>
        </p:txBody>
      </p:sp>
      <p:sp>
        <p:nvSpPr>
          <p:cNvPr id="208" name="Google Shape;208;p38"/>
          <p:cNvSpPr txBox="1"/>
          <p:nvPr>
            <p:ph idx="2" type="title"/>
          </p:nvPr>
        </p:nvSpPr>
        <p:spPr>
          <a:xfrm>
            <a:off x="1605875" y="1087988"/>
            <a:ext cx="7538100" cy="1462500"/>
          </a:xfrm>
          <a:prstGeom prst="rect">
            <a:avLst/>
          </a:prstGeom>
        </p:spPr>
        <p:txBody>
          <a:bodyPr anchorCtr="0" anchor="t" bIns="91425" lIns="91425" spcFirstLastPara="1" rIns="91425" wrap="square" tIns="91425">
            <a:spAutoFit/>
          </a:bodyPr>
          <a:lstStyle>
            <a:lvl1pPr lvl="0">
              <a:lnSpc>
                <a:spcPct val="65000"/>
              </a:lnSpc>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209" name="Google Shape;209;p38"/>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210" name="Google Shape;210;p38"/>
          <p:cNvSpPr txBox="1"/>
          <p:nvPr>
            <p:ph idx="3"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211" name="Google Shape;211;p38"/>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212" name="Google Shape;212;p38"/>
          <p:cNvSpPr/>
          <p:nvPr>
            <p:ph idx="4" type="pic"/>
          </p:nvPr>
        </p:nvSpPr>
        <p:spPr>
          <a:xfrm>
            <a:off x="7429500" y="3429000"/>
            <a:ext cx="1714500" cy="1714500"/>
          </a:xfrm>
          <a:prstGeom prst="rect">
            <a:avLst/>
          </a:prstGeom>
          <a:noFill/>
          <a:ln>
            <a:noFill/>
          </a:ln>
        </p:spPr>
      </p:sp>
    </p:spTree>
  </p:cSld>
  <p:clrMapOvr>
    <a:masterClrMapping/>
  </p:clrMapOvr>
  <p:extLst>
    <p:ext uri="{DCECCB84-F9BA-43D5-87BE-67443E8EF086}">
      <p15:sldGuideLst>
        <p15:guide id="1" orient="horz" pos="144">
          <p15:clr>
            <a:srgbClr val="FA7B17"/>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Overview">
  <p:cSld name="CUSTOM_5">
    <p:spTree>
      <p:nvGrpSpPr>
        <p:cNvPr id="213" name="Shape 213"/>
        <p:cNvGrpSpPr/>
        <p:nvPr/>
      </p:nvGrpSpPr>
      <p:grpSpPr>
        <a:xfrm>
          <a:off x="0" y="0"/>
          <a:ext cx="0" cy="0"/>
          <a:chOff x="0" y="0"/>
          <a:chExt cx="0" cy="0"/>
        </a:xfrm>
      </p:grpSpPr>
      <p:sp>
        <p:nvSpPr>
          <p:cNvPr id="214" name="Google Shape;214;p39"/>
          <p:cNvSpPr/>
          <p:nvPr/>
        </p:nvSpPr>
        <p:spPr>
          <a:xfrm>
            <a:off x="228600" y="3148725"/>
            <a:ext cx="2790000" cy="179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15" name="Google Shape;215;p39"/>
          <p:cNvSpPr/>
          <p:nvPr/>
        </p:nvSpPr>
        <p:spPr>
          <a:xfrm>
            <a:off x="3170550" y="3148725"/>
            <a:ext cx="2790000" cy="179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16" name="Google Shape;216;p39"/>
          <p:cNvSpPr/>
          <p:nvPr/>
        </p:nvSpPr>
        <p:spPr>
          <a:xfrm>
            <a:off x="6112500" y="3148725"/>
            <a:ext cx="2790000" cy="179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17" name="Google Shape;217;p39"/>
          <p:cNvSpPr/>
          <p:nvPr/>
        </p:nvSpPr>
        <p:spPr>
          <a:xfrm>
            <a:off x="6112500" y="1226475"/>
            <a:ext cx="2790000" cy="179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18" name="Google Shape;218;p39"/>
          <p:cNvSpPr/>
          <p:nvPr/>
        </p:nvSpPr>
        <p:spPr>
          <a:xfrm>
            <a:off x="3170550" y="1226400"/>
            <a:ext cx="2790000" cy="179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19" name="Google Shape;219;p39"/>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220" name="Google Shape;220;p39"/>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221" name="Google Shape;221;p39"/>
          <p:cNvSpPr txBox="1"/>
          <p:nvPr>
            <p:ph type="title"/>
          </p:nvPr>
        </p:nvSpPr>
        <p:spPr>
          <a:xfrm>
            <a:off x="73152" y="335300"/>
            <a:ext cx="88848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600"/>
              <a:buNone/>
              <a:defRPr sz="5600">
                <a:solidFill>
                  <a:schemeClr val="accent2"/>
                </a:solidFill>
              </a:defRPr>
            </a:lvl2pPr>
            <a:lvl3pPr lvl="2">
              <a:lnSpc>
                <a:spcPct val="65000"/>
              </a:lnSpc>
              <a:spcBef>
                <a:spcPts val="0"/>
              </a:spcBef>
              <a:spcAft>
                <a:spcPts val="0"/>
              </a:spcAft>
              <a:buClr>
                <a:schemeClr val="accent2"/>
              </a:buClr>
              <a:buSzPts val="5600"/>
              <a:buNone/>
              <a:defRPr sz="5600">
                <a:solidFill>
                  <a:schemeClr val="accent2"/>
                </a:solidFill>
              </a:defRPr>
            </a:lvl3pPr>
            <a:lvl4pPr lvl="3">
              <a:lnSpc>
                <a:spcPct val="65000"/>
              </a:lnSpc>
              <a:spcBef>
                <a:spcPts val="0"/>
              </a:spcBef>
              <a:spcAft>
                <a:spcPts val="0"/>
              </a:spcAft>
              <a:buClr>
                <a:schemeClr val="accent2"/>
              </a:buClr>
              <a:buSzPts val="5600"/>
              <a:buNone/>
              <a:defRPr sz="5600">
                <a:solidFill>
                  <a:schemeClr val="accent2"/>
                </a:solidFill>
              </a:defRPr>
            </a:lvl4pPr>
            <a:lvl5pPr lvl="4">
              <a:lnSpc>
                <a:spcPct val="65000"/>
              </a:lnSpc>
              <a:spcBef>
                <a:spcPts val="0"/>
              </a:spcBef>
              <a:spcAft>
                <a:spcPts val="0"/>
              </a:spcAft>
              <a:buClr>
                <a:schemeClr val="accent2"/>
              </a:buClr>
              <a:buSzPts val="5600"/>
              <a:buNone/>
              <a:defRPr sz="5600">
                <a:solidFill>
                  <a:schemeClr val="accent2"/>
                </a:solidFill>
              </a:defRPr>
            </a:lvl5pPr>
            <a:lvl6pPr lvl="5">
              <a:lnSpc>
                <a:spcPct val="65000"/>
              </a:lnSpc>
              <a:spcBef>
                <a:spcPts val="0"/>
              </a:spcBef>
              <a:spcAft>
                <a:spcPts val="0"/>
              </a:spcAft>
              <a:buClr>
                <a:schemeClr val="accent2"/>
              </a:buClr>
              <a:buSzPts val="5600"/>
              <a:buNone/>
              <a:defRPr sz="5600">
                <a:solidFill>
                  <a:schemeClr val="accent2"/>
                </a:solidFill>
              </a:defRPr>
            </a:lvl6pPr>
            <a:lvl7pPr lvl="6">
              <a:lnSpc>
                <a:spcPct val="65000"/>
              </a:lnSpc>
              <a:spcBef>
                <a:spcPts val="0"/>
              </a:spcBef>
              <a:spcAft>
                <a:spcPts val="0"/>
              </a:spcAft>
              <a:buClr>
                <a:schemeClr val="accent2"/>
              </a:buClr>
              <a:buSzPts val="5600"/>
              <a:buNone/>
              <a:defRPr sz="5600">
                <a:solidFill>
                  <a:schemeClr val="accent2"/>
                </a:solidFill>
              </a:defRPr>
            </a:lvl7pPr>
            <a:lvl8pPr lvl="7">
              <a:lnSpc>
                <a:spcPct val="65000"/>
              </a:lnSpc>
              <a:spcBef>
                <a:spcPts val="0"/>
              </a:spcBef>
              <a:spcAft>
                <a:spcPts val="0"/>
              </a:spcAft>
              <a:buClr>
                <a:schemeClr val="accent2"/>
              </a:buClr>
              <a:buSzPts val="5600"/>
              <a:buNone/>
              <a:defRPr sz="5600">
                <a:solidFill>
                  <a:schemeClr val="accent2"/>
                </a:solidFill>
              </a:defRPr>
            </a:lvl8pPr>
            <a:lvl9pPr lvl="8">
              <a:lnSpc>
                <a:spcPct val="65000"/>
              </a:lnSpc>
              <a:spcBef>
                <a:spcPts val="0"/>
              </a:spcBef>
              <a:spcAft>
                <a:spcPts val="0"/>
              </a:spcAft>
              <a:buClr>
                <a:schemeClr val="accent2"/>
              </a:buClr>
              <a:buSzPts val="5600"/>
              <a:buNone/>
              <a:defRPr sz="5600">
                <a:solidFill>
                  <a:schemeClr val="accent2"/>
                </a:solidFill>
              </a:defRPr>
            </a:lvl9pPr>
          </a:lstStyle>
          <a:p/>
        </p:txBody>
      </p:sp>
      <p:sp>
        <p:nvSpPr>
          <p:cNvPr id="222" name="Google Shape;222;p39"/>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223" name="Google Shape;223;p39"/>
          <p:cNvSpPr/>
          <p:nvPr/>
        </p:nvSpPr>
        <p:spPr>
          <a:xfrm>
            <a:off x="228600" y="1226475"/>
            <a:ext cx="2790000" cy="17949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t/>
            </a:r>
            <a:endParaRPr sz="3600">
              <a:solidFill>
                <a:schemeClr val="dk1"/>
              </a:solidFill>
              <a:latin typeface="Familjen Grotesk"/>
              <a:ea typeface="Familjen Grotesk"/>
              <a:cs typeface="Familjen Grotesk"/>
              <a:sym typeface="Familjen Grotesk"/>
            </a:endParaRPr>
          </a:p>
        </p:txBody>
      </p:sp>
      <p:sp>
        <p:nvSpPr>
          <p:cNvPr id="224" name="Google Shape;224;p39"/>
          <p:cNvSpPr txBox="1"/>
          <p:nvPr>
            <p:ph idx="3" type="subTitle"/>
          </p:nvPr>
        </p:nvSpPr>
        <p:spPr>
          <a:xfrm>
            <a:off x="228600" y="1226400"/>
            <a:ext cx="2790000" cy="179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3600"/>
              <a:buNone/>
              <a:defRPr/>
            </a:lvl1pPr>
            <a:lvl2pPr lvl="1" algn="ctr">
              <a:lnSpc>
                <a:spcPct val="80000"/>
              </a:lnSpc>
              <a:spcBef>
                <a:spcPts val="0"/>
              </a:spcBef>
              <a:spcAft>
                <a:spcPts val="0"/>
              </a:spcAft>
              <a:buSzPts val="1400"/>
              <a:buNone/>
              <a:defRPr/>
            </a:lvl2pPr>
            <a:lvl3pPr lvl="2" algn="ctr">
              <a:lnSpc>
                <a:spcPct val="80000"/>
              </a:lnSpc>
              <a:spcBef>
                <a:spcPts val="0"/>
              </a:spcBef>
              <a:spcAft>
                <a:spcPts val="0"/>
              </a:spcAft>
              <a:buSzPts val="1400"/>
              <a:buNone/>
              <a:defRPr/>
            </a:lvl3pPr>
            <a:lvl4pPr lvl="3" algn="ctr">
              <a:lnSpc>
                <a:spcPct val="80000"/>
              </a:lnSpc>
              <a:spcBef>
                <a:spcPts val="0"/>
              </a:spcBef>
              <a:spcAft>
                <a:spcPts val="0"/>
              </a:spcAft>
              <a:buSzPts val="1400"/>
              <a:buNone/>
              <a:defRPr/>
            </a:lvl4pPr>
            <a:lvl5pPr lvl="4" algn="ctr">
              <a:lnSpc>
                <a:spcPct val="80000"/>
              </a:lnSpc>
              <a:spcBef>
                <a:spcPts val="0"/>
              </a:spcBef>
              <a:spcAft>
                <a:spcPts val="0"/>
              </a:spcAft>
              <a:buSzPts val="1400"/>
              <a:buNone/>
              <a:defRPr/>
            </a:lvl5pPr>
            <a:lvl6pPr lvl="5" algn="ctr">
              <a:lnSpc>
                <a:spcPct val="80000"/>
              </a:lnSpc>
              <a:spcBef>
                <a:spcPts val="0"/>
              </a:spcBef>
              <a:spcAft>
                <a:spcPts val="0"/>
              </a:spcAft>
              <a:buSzPts val="1400"/>
              <a:buNone/>
              <a:defRPr/>
            </a:lvl6pPr>
            <a:lvl7pPr lvl="6" algn="ctr">
              <a:lnSpc>
                <a:spcPct val="80000"/>
              </a:lnSpc>
              <a:spcBef>
                <a:spcPts val="0"/>
              </a:spcBef>
              <a:spcAft>
                <a:spcPts val="0"/>
              </a:spcAft>
              <a:buSzPts val="1400"/>
              <a:buNone/>
              <a:defRPr/>
            </a:lvl7pPr>
            <a:lvl8pPr lvl="7" algn="ctr">
              <a:lnSpc>
                <a:spcPct val="80000"/>
              </a:lnSpc>
              <a:spcBef>
                <a:spcPts val="0"/>
              </a:spcBef>
              <a:spcAft>
                <a:spcPts val="0"/>
              </a:spcAft>
              <a:buSzPts val="1400"/>
              <a:buNone/>
              <a:defRPr/>
            </a:lvl8pPr>
            <a:lvl9pPr lvl="8" algn="ctr">
              <a:lnSpc>
                <a:spcPct val="80000"/>
              </a:lnSpc>
              <a:spcBef>
                <a:spcPts val="0"/>
              </a:spcBef>
              <a:spcAft>
                <a:spcPts val="0"/>
              </a:spcAft>
              <a:buSzPts val="1400"/>
              <a:buNone/>
              <a:defRPr/>
            </a:lvl9pPr>
          </a:lstStyle>
          <a:p/>
        </p:txBody>
      </p:sp>
      <p:sp>
        <p:nvSpPr>
          <p:cNvPr id="225" name="Google Shape;225;p39"/>
          <p:cNvSpPr txBox="1"/>
          <p:nvPr>
            <p:ph idx="4" type="subTitle"/>
          </p:nvPr>
        </p:nvSpPr>
        <p:spPr>
          <a:xfrm>
            <a:off x="321279" y="3252025"/>
            <a:ext cx="2605500" cy="7359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1800"/>
              <a:buNone/>
              <a:defRPr b="1" sz="1800"/>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226" name="Google Shape;226;p39"/>
          <p:cNvSpPr txBox="1"/>
          <p:nvPr>
            <p:ph idx="5" type="body"/>
          </p:nvPr>
        </p:nvSpPr>
        <p:spPr>
          <a:xfrm>
            <a:off x="321275" y="3775125"/>
            <a:ext cx="2605500" cy="116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27" name="Google Shape;227;p39"/>
          <p:cNvSpPr txBox="1"/>
          <p:nvPr>
            <p:ph idx="6" type="subTitle"/>
          </p:nvPr>
        </p:nvSpPr>
        <p:spPr>
          <a:xfrm>
            <a:off x="3262804" y="3252025"/>
            <a:ext cx="2605500" cy="7359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1800"/>
              <a:buNone/>
              <a:defRPr b="1" sz="1800"/>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228" name="Google Shape;228;p39"/>
          <p:cNvSpPr txBox="1"/>
          <p:nvPr>
            <p:ph idx="7" type="body"/>
          </p:nvPr>
        </p:nvSpPr>
        <p:spPr>
          <a:xfrm>
            <a:off x="3262800" y="3775125"/>
            <a:ext cx="2605500" cy="116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29" name="Google Shape;229;p39"/>
          <p:cNvSpPr txBox="1"/>
          <p:nvPr>
            <p:ph idx="8" type="subTitle"/>
          </p:nvPr>
        </p:nvSpPr>
        <p:spPr>
          <a:xfrm>
            <a:off x="6204329" y="3252025"/>
            <a:ext cx="2605500" cy="7359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1800"/>
              <a:buNone/>
              <a:defRPr b="1" sz="1800"/>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230" name="Google Shape;230;p39"/>
          <p:cNvSpPr txBox="1"/>
          <p:nvPr>
            <p:ph idx="9" type="body"/>
          </p:nvPr>
        </p:nvSpPr>
        <p:spPr>
          <a:xfrm>
            <a:off x="6204325" y="3775125"/>
            <a:ext cx="2605500" cy="116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31" name="Google Shape;231;p39"/>
          <p:cNvSpPr txBox="1"/>
          <p:nvPr>
            <p:ph idx="13" type="subTitle"/>
          </p:nvPr>
        </p:nvSpPr>
        <p:spPr>
          <a:xfrm>
            <a:off x="6204329" y="1324475"/>
            <a:ext cx="2605500" cy="7359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1800"/>
              <a:buNone/>
              <a:defRPr b="1" sz="1800"/>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232" name="Google Shape;232;p39"/>
          <p:cNvSpPr txBox="1"/>
          <p:nvPr>
            <p:ph idx="14" type="body"/>
          </p:nvPr>
        </p:nvSpPr>
        <p:spPr>
          <a:xfrm>
            <a:off x="6204325" y="1847575"/>
            <a:ext cx="2605500" cy="116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33" name="Google Shape;233;p39"/>
          <p:cNvSpPr txBox="1"/>
          <p:nvPr>
            <p:ph idx="15" type="subTitle"/>
          </p:nvPr>
        </p:nvSpPr>
        <p:spPr>
          <a:xfrm>
            <a:off x="3262804" y="1324475"/>
            <a:ext cx="2605500" cy="7359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1800"/>
              <a:buNone/>
              <a:defRPr b="1" sz="1800"/>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234" name="Google Shape;234;p39"/>
          <p:cNvSpPr txBox="1"/>
          <p:nvPr>
            <p:ph idx="16" type="body"/>
          </p:nvPr>
        </p:nvSpPr>
        <p:spPr>
          <a:xfrm>
            <a:off x="3262800" y="1847575"/>
            <a:ext cx="2605500" cy="116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extLst>
    <p:ext uri="{DCECCB84-F9BA-43D5-87BE-67443E8EF086}">
      <p15:sldGuideLst>
        <p15:guide id="1" orient="horz" pos="72">
          <p15:clr>
            <a:srgbClr val="E46962"/>
          </p15:clr>
        </p15:guide>
        <p15:guide id="2" pos="72">
          <p15:clr>
            <a:srgbClr val="E46962"/>
          </p15:clr>
        </p15:guide>
        <p15:guide id="3" orient="horz" pos="3168">
          <p15:clr>
            <a:srgbClr val="E46962"/>
          </p15:clr>
        </p15:guide>
        <p15:guide id="4" pos="477">
          <p15:clr>
            <a:srgbClr val="E46962"/>
          </p15:clr>
        </p15:guide>
        <p15:guide id="5" pos="549">
          <p15:clr>
            <a:srgbClr val="E46962"/>
          </p15:clr>
        </p15:guide>
        <p15:guide id="6" pos="950">
          <p15:clr>
            <a:srgbClr val="E46962"/>
          </p15:clr>
        </p15:guide>
        <p15:guide id="7" pos="1022">
          <p15:clr>
            <a:srgbClr val="E46962"/>
          </p15:clr>
        </p15:guide>
        <p15:guide id="8" pos="1422">
          <p15:clr>
            <a:srgbClr val="E46962"/>
          </p15:clr>
        </p15:guide>
        <p15:guide id="9" pos="1494">
          <p15:clr>
            <a:srgbClr val="E46962"/>
          </p15:clr>
        </p15:guide>
        <p15:guide id="10" pos="1897">
          <p15:clr>
            <a:srgbClr val="E46962"/>
          </p15:clr>
        </p15:guide>
        <p15:guide id="11" pos="1969">
          <p15:clr>
            <a:srgbClr val="E46962"/>
          </p15:clr>
        </p15:guide>
        <p15:guide id="12" pos="2369">
          <p15:clr>
            <a:srgbClr val="E46962"/>
          </p15:clr>
        </p15:guide>
        <p15:guide id="13" pos="2441">
          <p15:clr>
            <a:srgbClr val="E46962"/>
          </p15:clr>
        </p15:guide>
        <p15:guide id="14" pos="2844">
          <p15:clr>
            <a:srgbClr val="E46962"/>
          </p15:clr>
        </p15:guide>
        <p15:guide id="15" pos="2916">
          <p15:clr>
            <a:srgbClr val="E46962"/>
          </p15:clr>
        </p15:guide>
        <p15:guide id="16" pos="3319">
          <p15:clr>
            <a:srgbClr val="E46962"/>
          </p15:clr>
        </p15:guide>
        <p15:guide id="17" pos="3391">
          <p15:clr>
            <a:srgbClr val="E46962"/>
          </p15:clr>
        </p15:guide>
        <p15:guide id="18" pos="3791">
          <p15:clr>
            <a:srgbClr val="E46962"/>
          </p15:clr>
        </p15:guide>
        <p15:guide id="19" pos="3863">
          <p15:clr>
            <a:srgbClr val="E46962"/>
          </p15:clr>
        </p15:guide>
        <p15:guide id="20" pos="4266">
          <p15:clr>
            <a:srgbClr val="E46962"/>
          </p15:clr>
        </p15:guide>
        <p15:guide id="21" pos="4338">
          <p15:clr>
            <a:srgbClr val="E46962"/>
          </p15:clr>
        </p15:guide>
        <p15:guide id="22" pos="4741">
          <p15:clr>
            <a:srgbClr val="E46962"/>
          </p15:clr>
        </p15:guide>
        <p15:guide id="23" pos="4813">
          <p15:clr>
            <a:srgbClr val="E46962"/>
          </p15:clr>
        </p15:guide>
        <p15:guide id="24" pos="5213">
          <p15:clr>
            <a:srgbClr val="E46962"/>
          </p15:clr>
        </p15:guide>
        <p15:guide id="25" pos="5285">
          <p15:clr>
            <a:srgbClr val="E46962"/>
          </p15:clr>
        </p15:guide>
        <p15:guide id="26" pos="5688">
          <p15:clr>
            <a:srgbClr val="E46962"/>
          </p15:clr>
        </p15:guide>
        <p15:guide id="27" orient="horz" pos="1620">
          <p15:clr>
            <a:srgbClr val="E46962"/>
          </p15:clr>
        </p15:guide>
        <p15:guide id="28" orient="horz" pos="588">
          <p15:clr>
            <a:srgbClr val="E46962"/>
          </p15:clr>
        </p15:guide>
        <p15:guide id="29" orient="horz" pos="1104">
          <p15:clr>
            <a:srgbClr val="E46962"/>
          </p15:clr>
        </p15:guide>
        <p15:guide id="30" orient="horz" pos="2136">
          <p15:clr>
            <a:srgbClr val="E46962"/>
          </p15:clr>
        </p15:guide>
        <p15:guide id="31" orient="horz" pos="2652">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cSld name="CUSTOM_2">
    <p:spTree>
      <p:nvGrpSpPr>
        <p:cNvPr id="235" name="Shape 235"/>
        <p:cNvGrpSpPr/>
        <p:nvPr/>
      </p:nvGrpSpPr>
      <p:grpSpPr>
        <a:xfrm>
          <a:off x="0" y="0"/>
          <a:ext cx="0" cy="0"/>
          <a:chOff x="0" y="0"/>
          <a:chExt cx="0" cy="0"/>
        </a:xfrm>
      </p:grpSpPr>
      <p:sp>
        <p:nvSpPr>
          <p:cNvPr id="236" name="Google Shape;236;p40"/>
          <p:cNvSpPr txBox="1"/>
          <p:nvPr>
            <p:ph idx="12" type="sldNum"/>
          </p:nvPr>
        </p:nvSpPr>
        <p:spPr>
          <a:xfrm>
            <a:off x="306795" y="21662"/>
            <a:ext cx="548700" cy="323100"/>
          </a:xfrm>
          <a:prstGeom prst="rect">
            <a:avLst/>
          </a:prstGeom>
        </p:spPr>
        <p:txBody>
          <a:bodyPr anchorCtr="0" anchor="t"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37" name="Google Shape;237;p40"/>
          <p:cNvSpPr txBox="1"/>
          <p:nvPr/>
        </p:nvSpPr>
        <p:spPr>
          <a:xfrm>
            <a:off x="228600" y="21650"/>
            <a:ext cx="4344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Familjen Grotesk"/>
                <a:ea typeface="Familjen Grotesk"/>
                <a:cs typeface="Familjen Grotesk"/>
                <a:sym typeface="Familjen Grotesk"/>
              </a:rPr>
              <a:t>p</a:t>
            </a:r>
            <a:r>
              <a:rPr lang="en" sz="900">
                <a:solidFill>
                  <a:schemeClr val="dk1"/>
                </a:solidFill>
                <a:latin typeface="Familjen Grotesk"/>
                <a:ea typeface="Familjen Grotesk"/>
                <a:cs typeface="Familjen Grotesk"/>
                <a:sym typeface="Familjen Grotesk"/>
              </a:rPr>
              <a:t>g. </a:t>
            </a:r>
            <a:endParaRPr sz="900">
              <a:solidFill>
                <a:schemeClr val="dk1"/>
              </a:solidFill>
              <a:latin typeface="Familjen Grotesk"/>
              <a:ea typeface="Familjen Grotesk"/>
              <a:cs typeface="Familjen Grotesk"/>
              <a:sym typeface="Familjen Grotesk"/>
            </a:endParaRPr>
          </a:p>
        </p:txBody>
      </p:sp>
      <p:sp>
        <p:nvSpPr>
          <p:cNvPr id="238" name="Google Shape;238;p40"/>
          <p:cNvSpPr txBox="1"/>
          <p:nvPr/>
        </p:nvSpPr>
        <p:spPr>
          <a:xfrm>
            <a:off x="1771200" y="21650"/>
            <a:ext cx="31812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Familjen Grotesk"/>
                <a:ea typeface="Familjen Grotesk"/>
                <a:cs typeface="Familjen Grotesk"/>
                <a:sym typeface="Familjen Grotesk"/>
              </a:rPr>
              <a:t>Company Name</a:t>
            </a:r>
            <a:endParaRPr sz="900">
              <a:solidFill>
                <a:schemeClr val="dk1"/>
              </a:solidFill>
              <a:latin typeface="Familjen Grotesk"/>
              <a:ea typeface="Familjen Grotesk"/>
              <a:cs typeface="Familjen Grotesk"/>
              <a:sym typeface="Familjen Grotesk"/>
            </a:endParaRPr>
          </a:p>
        </p:txBody>
      </p:sp>
      <p:sp>
        <p:nvSpPr>
          <p:cNvPr id="239" name="Google Shape;239;p40"/>
          <p:cNvSpPr txBox="1"/>
          <p:nvPr/>
        </p:nvSpPr>
        <p:spPr>
          <a:xfrm>
            <a:off x="7961250" y="21650"/>
            <a:ext cx="1047000" cy="228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chemeClr val="dk1"/>
                </a:solidFill>
                <a:latin typeface="Familjen Grotesk"/>
                <a:ea typeface="Familjen Grotesk"/>
                <a:cs typeface="Familjen Grotesk"/>
                <a:sym typeface="Familjen Grotesk"/>
              </a:rPr>
              <a:t>09.14.</a:t>
            </a:r>
            <a:r>
              <a:rPr lang="en" sz="900">
                <a:solidFill>
                  <a:schemeClr val="dk1"/>
                </a:solidFill>
                <a:latin typeface="Familjen Grotesk"/>
                <a:ea typeface="Familjen Grotesk"/>
                <a:cs typeface="Familjen Grotesk"/>
                <a:sym typeface="Familjen Grotesk"/>
              </a:rPr>
              <a:t>20XX</a:t>
            </a:r>
            <a:endParaRPr sz="900">
              <a:solidFill>
                <a:schemeClr val="dk1"/>
              </a:solidFill>
              <a:latin typeface="Familjen Grotesk"/>
              <a:ea typeface="Familjen Grotesk"/>
              <a:cs typeface="Familjen Grotesk"/>
              <a:sym typeface="Familjen Grotesk"/>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Snapshot">
  <p:cSld name="CUSTOM_2_1">
    <p:spTree>
      <p:nvGrpSpPr>
        <p:cNvPr id="240" name="Shape 240"/>
        <p:cNvGrpSpPr/>
        <p:nvPr/>
      </p:nvGrpSpPr>
      <p:grpSpPr>
        <a:xfrm>
          <a:off x="0" y="0"/>
          <a:ext cx="0" cy="0"/>
          <a:chOff x="0" y="0"/>
          <a:chExt cx="0" cy="0"/>
        </a:xfrm>
      </p:grpSpPr>
      <p:sp>
        <p:nvSpPr>
          <p:cNvPr id="241" name="Google Shape;241;p41"/>
          <p:cNvSpPr txBox="1"/>
          <p:nvPr>
            <p:ph idx="1" type="subTitle"/>
          </p:nvPr>
        </p:nvSpPr>
        <p:spPr>
          <a:xfrm>
            <a:off x="1771198" y="3024500"/>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41"/>
          <p:cNvSpPr txBox="1"/>
          <p:nvPr>
            <p:ph idx="2" type="subTitle"/>
          </p:nvPr>
        </p:nvSpPr>
        <p:spPr>
          <a:xfrm>
            <a:off x="1771198" y="1764633"/>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41"/>
          <p:cNvSpPr txBox="1"/>
          <p:nvPr>
            <p:ph idx="3" type="subTitle"/>
          </p:nvPr>
        </p:nvSpPr>
        <p:spPr>
          <a:xfrm>
            <a:off x="1771198" y="2356467"/>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41"/>
          <p:cNvSpPr txBox="1"/>
          <p:nvPr>
            <p:ph idx="4" type="subTitle"/>
          </p:nvPr>
        </p:nvSpPr>
        <p:spPr>
          <a:xfrm>
            <a:off x="104050" y="1869125"/>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5" name="Google Shape;245;p41"/>
          <p:cNvSpPr txBox="1"/>
          <p:nvPr>
            <p:ph idx="5" type="subTitle"/>
          </p:nvPr>
        </p:nvSpPr>
        <p:spPr>
          <a:xfrm>
            <a:off x="104050" y="2464508"/>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6" name="Google Shape;246;p41"/>
          <p:cNvSpPr txBox="1"/>
          <p:nvPr>
            <p:ph idx="6" type="subTitle"/>
          </p:nvPr>
        </p:nvSpPr>
        <p:spPr>
          <a:xfrm>
            <a:off x="104050" y="3136092"/>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7" name="Google Shape;247;p41"/>
          <p:cNvSpPr txBox="1"/>
          <p:nvPr>
            <p:ph idx="7" type="subTitle"/>
          </p:nvPr>
        </p:nvSpPr>
        <p:spPr>
          <a:xfrm>
            <a:off x="94072" y="1215925"/>
            <a:ext cx="4076100" cy="323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Familjen Grotesk Medium"/>
              <a:buNone/>
              <a:defRPr sz="1800">
                <a:latin typeface="Familjen Grotesk Medium"/>
                <a:ea typeface="Familjen Grotesk Medium"/>
                <a:cs typeface="Familjen Grotesk Medium"/>
                <a:sym typeface="Familjen Grotesk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1"/>
          <p:cNvSpPr txBox="1"/>
          <p:nvPr>
            <p:ph idx="8" type="subTitle"/>
          </p:nvPr>
        </p:nvSpPr>
        <p:spPr>
          <a:xfrm>
            <a:off x="4651939" y="1215925"/>
            <a:ext cx="4076100" cy="323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Familjen Grotesk Medium"/>
              <a:buNone/>
              <a:defRPr sz="1800">
                <a:latin typeface="Familjen Grotesk Medium"/>
                <a:ea typeface="Familjen Grotesk Medium"/>
                <a:cs typeface="Familjen Grotesk Medium"/>
                <a:sym typeface="Familjen Grotesk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 name="Google Shape;249;p41"/>
          <p:cNvSpPr txBox="1"/>
          <p:nvPr>
            <p:ph idx="12" type="sldNum"/>
          </p:nvPr>
        </p:nvSpPr>
        <p:spPr>
          <a:xfrm>
            <a:off x="306795" y="21662"/>
            <a:ext cx="548700" cy="323100"/>
          </a:xfrm>
          <a:prstGeom prst="rect">
            <a:avLst/>
          </a:prstGeom>
        </p:spPr>
        <p:txBody>
          <a:bodyPr anchorCtr="0" anchor="t" bIns="91425" lIns="91425" spcFirstLastPara="1" rIns="91425" wrap="square" tIns="91425">
            <a:spAutoFit/>
          </a:bodyPr>
          <a:lstStyle>
            <a:lvl1pPr lvl="0" rtl="0" algn="l">
              <a:buNone/>
              <a:defRPr/>
            </a:lvl1pPr>
            <a:lvl2pPr lvl="1" rtl="0" algn="l">
              <a:buNone/>
              <a:defRPr/>
            </a:lvl2pPr>
            <a:lvl3pPr lvl="2" rtl="0" algn="l">
              <a:buNone/>
              <a:defRPr/>
            </a:lvl3pPr>
            <a:lvl4pPr lvl="3" rtl="0" algn="l">
              <a:buNone/>
              <a:defRPr/>
            </a:lvl4pPr>
            <a:lvl5pPr lvl="4" rtl="0" algn="l">
              <a:buNone/>
              <a:defRPr/>
            </a:lvl5pPr>
            <a:lvl6pPr lvl="5" rtl="0" algn="l">
              <a:buNone/>
              <a:defRPr/>
            </a:lvl6pPr>
            <a:lvl7pPr lvl="6" rtl="0" algn="l">
              <a:buNone/>
              <a:defRPr/>
            </a:lvl7pPr>
            <a:lvl8pPr lvl="7" rtl="0" algn="l">
              <a:buNone/>
              <a:defRPr/>
            </a:lvl8pPr>
            <a:lvl9pPr lvl="8" rtl="0" algn="l">
              <a:buNone/>
              <a:defRPr/>
            </a:lvl9pPr>
          </a:lstStyle>
          <a:p>
            <a:pPr indent="0" lvl="0" marL="0" rtl="0" algn="l">
              <a:spcBef>
                <a:spcPts val="0"/>
              </a:spcBef>
              <a:spcAft>
                <a:spcPts val="0"/>
              </a:spcAft>
              <a:buNone/>
            </a:pPr>
            <a:fld id="{00000000-1234-1234-1234-123412341234}" type="slidenum">
              <a:rPr lang="en"/>
              <a:t>‹#›</a:t>
            </a:fld>
            <a:endParaRPr/>
          </a:p>
        </p:txBody>
      </p:sp>
      <p:sp>
        <p:nvSpPr>
          <p:cNvPr id="250" name="Google Shape;250;p41"/>
          <p:cNvSpPr txBox="1"/>
          <p:nvPr/>
        </p:nvSpPr>
        <p:spPr>
          <a:xfrm>
            <a:off x="228600" y="21650"/>
            <a:ext cx="4344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Familjen Grotesk"/>
                <a:ea typeface="Familjen Grotesk"/>
                <a:cs typeface="Familjen Grotesk"/>
                <a:sym typeface="Familjen Grotesk"/>
              </a:rPr>
              <a:t>pg. </a:t>
            </a:r>
            <a:endParaRPr sz="900">
              <a:solidFill>
                <a:schemeClr val="dk1"/>
              </a:solidFill>
              <a:latin typeface="Familjen Grotesk"/>
              <a:ea typeface="Familjen Grotesk"/>
              <a:cs typeface="Familjen Grotesk"/>
              <a:sym typeface="Familjen Grotesk"/>
            </a:endParaRPr>
          </a:p>
        </p:txBody>
      </p:sp>
      <p:sp>
        <p:nvSpPr>
          <p:cNvPr id="251" name="Google Shape;251;p41"/>
          <p:cNvSpPr txBox="1"/>
          <p:nvPr/>
        </p:nvSpPr>
        <p:spPr>
          <a:xfrm>
            <a:off x="1771200" y="21650"/>
            <a:ext cx="31812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Familjen Grotesk"/>
                <a:ea typeface="Familjen Grotesk"/>
                <a:cs typeface="Familjen Grotesk"/>
                <a:sym typeface="Familjen Grotesk"/>
              </a:rPr>
              <a:t>Company Name</a:t>
            </a:r>
            <a:endParaRPr sz="900">
              <a:solidFill>
                <a:schemeClr val="dk1"/>
              </a:solidFill>
              <a:latin typeface="Familjen Grotesk"/>
              <a:ea typeface="Familjen Grotesk"/>
              <a:cs typeface="Familjen Grotesk"/>
              <a:sym typeface="Familjen Grotesk"/>
            </a:endParaRPr>
          </a:p>
        </p:txBody>
      </p:sp>
      <p:sp>
        <p:nvSpPr>
          <p:cNvPr id="252" name="Google Shape;252;p41"/>
          <p:cNvSpPr txBox="1"/>
          <p:nvPr/>
        </p:nvSpPr>
        <p:spPr>
          <a:xfrm>
            <a:off x="7961250" y="21650"/>
            <a:ext cx="1047000" cy="228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chemeClr val="dk1"/>
                </a:solidFill>
                <a:latin typeface="Familjen Grotesk"/>
                <a:ea typeface="Familjen Grotesk"/>
                <a:cs typeface="Familjen Grotesk"/>
                <a:sym typeface="Familjen Grotesk"/>
              </a:rPr>
              <a:t>09.14.</a:t>
            </a:r>
            <a:r>
              <a:rPr lang="en" sz="900">
                <a:solidFill>
                  <a:schemeClr val="dk1"/>
                </a:solidFill>
                <a:latin typeface="Familjen Grotesk"/>
                <a:ea typeface="Familjen Grotesk"/>
                <a:cs typeface="Familjen Grotesk"/>
                <a:sym typeface="Familjen Grotesk"/>
              </a:rPr>
              <a:t>20XX</a:t>
            </a:r>
            <a:endParaRPr sz="900">
              <a:solidFill>
                <a:schemeClr val="dk1"/>
              </a:solidFill>
              <a:latin typeface="Familjen Grotesk"/>
              <a:ea typeface="Familjen Grotesk"/>
              <a:cs typeface="Familjen Grotesk"/>
              <a:sym typeface="Familjen Grotesk"/>
            </a:endParaRPr>
          </a:p>
        </p:txBody>
      </p:sp>
      <p:sp>
        <p:nvSpPr>
          <p:cNvPr id="253" name="Google Shape;253;p41"/>
          <p:cNvSpPr txBox="1"/>
          <p:nvPr>
            <p:ph type="title"/>
          </p:nvPr>
        </p:nvSpPr>
        <p:spPr>
          <a:xfrm>
            <a:off x="73152" y="335300"/>
            <a:ext cx="88848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600"/>
              <a:buNone/>
              <a:defRPr sz="5600">
                <a:solidFill>
                  <a:schemeClr val="accent2"/>
                </a:solidFill>
              </a:defRPr>
            </a:lvl2pPr>
            <a:lvl3pPr lvl="2">
              <a:lnSpc>
                <a:spcPct val="65000"/>
              </a:lnSpc>
              <a:spcBef>
                <a:spcPts val="0"/>
              </a:spcBef>
              <a:spcAft>
                <a:spcPts val="0"/>
              </a:spcAft>
              <a:buClr>
                <a:schemeClr val="accent2"/>
              </a:buClr>
              <a:buSzPts val="5600"/>
              <a:buNone/>
              <a:defRPr sz="5600">
                <a:solidFill>
                  <a:schemeClr val="accent2"/>
                </a:solidFill>
              </a:defRPr>
            </a:lvl3pPr>
            <a:lvl4pPr lvl="3">
              <a:lnSpc>
                <a:spcPct val="65000"/>
              </a:lnSpc>
              <a:spcBef>
                <a:spcPts val="0"/>
              </a:spcBef>
              <a:spcAft>
                <a:spcPts val="0"/>
              </a:spcAft>
              <a:buClr>
                <a:schemeClr val="accent2"/>
              </a:buClr>
              <a:buSzPts val="5600"/>
              <a:buNone/>
              <a:defRPr sz="5600">
                <a:solidFill>
                  <a:schemeClr val="accent2"/>
                </a:solidFill>
              </a:defRPr>
            </a:lvl4pPr>
            <a:lvl5pPr lvl="4">
              <a:lnSpc>
                <a:spcPct val="65000"/>
              </a:lnSpc>
              <a:spcBef>
                <a:spcPts val="0"/>
              </a:spcBef>
              <a:spcAft>
                <a:spcPts val="0"/>
              </a:spcAft>
              <a:buClr>
                <a:schemeClr val="accent2"/>
              </a:buClr>
              <a:buSzPts val="5600"/>
              <a:buNone/>
              <a:defRPr sz="5600">
                <a:solidFill>
                  <a:schemeClr val="accent2"/>
                </a:solidFill>
              </a:defRPr>
            </a:lvl5pPr>
            <a:lvl6pPr lvl="5">
              <a:lnSpc>
                <a:spcPct val="65000"/>
              </a:lnSpc>
              <a:spcBef>
                <a:spcPts val="0"/>
              </a:spcBef>
              <a:spcAft>
                <a:spcPts val="0"/>
              </a:spcAft>
              <a:buClr>
                <a:schemeClr val="accent2"/>
              </a:buClr>
              <a:buSzPts val="5600"/>
              <a:buNone/>
              <a:defRPr sz="5600">
                <a:solidFill>
                  <a:schemeClr val="accent2"/>
                </a:solidFill>
              </a:defRPr>
            </a:lvl6pPr>
            <a:lvl7pPr lvl="6">
              <a:lnSpc>
                <a:spcPct val="65000"/>
              </a:lnSpc>
              <a:spcBef>
                <a:spcPts val="0"/>
              </a:spcBef>
              <a:spcAft>
                <a:spcPts val="0"/>
              </a:spcAft>
              <a:buClr>
                <a:schemeClr val="accent2"/>
              </a:buClr>
              <a:buSzPts val="5600"/>
              <a:buNone/>
              <a:defRPr sz="5600">
                <a:solidFill>
                  <a:schemeClr val="accent2"/>
                </a:solidFill>
              </a:defRPr>
            </a:lvl7pPr>
            <a:lvl8pPr lvl="7">
              <a:lnSpc>
                <a:spcPct val="65000"/>
              </a:lnSpc>
              <a:spcBef>
                <a:spcPts val="0"/>
              </a:spcBef>
              <a:spcAft>
                <a:spcPts val="0"/>
              </a:spcAft>
              <a:buClr>
                <a:schemeClr val="accent2"/>
              </a:buClr>
              <a:buSzPts val="5600"/>
              <a:buNone/>
              <a:defRPr sz="5600">
                <a:solidFill>
                  <a:schemeClr val="accent2"/>
                </a:solidFill>
              </a:defRPr>
            </a:lvl8pPr>
            <a:lvl9pPr lvl="8">
              <a:lnSpc>
                <a:spcPct val="65000"/>
              </a:lnSpc>
              <a:spcBef>
                <a:spcPts val="0"/>
              </a:spcBef>
              <a:spcAft>
                <a:spcPts val="0"/>
              </a:spcAft>
              <a:buClr>
                <a:schemeClr val="accent2"/>
              </a:buClr>
              <a:buSzPts val="5600"/>
              <a:buNone/>
              <a:defRPr sz="5600">
                <a:solidFill>
                  <a:schemeClr val="accent2"/>
                </a:solidFill>
              </a:defRPr>
            </a:lvl9pPr>
          </a:lstStyle>
          <a:p/>
        </p:txBody>
      </p:sp>
      <p:cxnSp>
        <p:nvCxnSpPr>
          <p:cNvPr id="254" name="Google Shape;254;p41"/>
          <p:cNvCxnSpPr/>
          <p:nvPr/>
        </p:nvCxnSpPr>
        <p:spPr>
          <a:xfrm>
            <a:off x="4515550" y="1368725"/>
            <a:ext cx="0" cy="3425700"/>
          </a:xfrm>
          <a:prstGeom prst="straightConnector1">
            <a:avLst/>
          </a:prstGeom>
          <a:noFill/>
          <a:ln cap="flat" cmpd="sng" w="9525">
            <a:solidFill>
              <a:schemeClr val="accent1"/>
            </a:solidFill>
            <a:prstDash val="solid"/>
            <a:round/>
            <a:headEnd len="med" w="med" type="none"/>
            <a:tailEnd len="med" w="med" type="none"/>
          </a:ln>
        </p:spPr>
      </p:cxnSp>
      <p:sp>
        <p:nvSpPr>
          <p:cNvPr id="255" name="Google Shape;255;p41"/>
          <p:cNvSpPr txBox="1"/>
          <p:nvPr>
            <p:ph idx="9" type="subTitle"/>
          </p:nvPr>
        </p:nvSpPr>
        <p:spPr>
          <a:xfrm>
            <a:off x="4676900" y="1869125"/>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41"/>
          <p:cNvSpPr txBox="1"/>
          <p:nvPr>
            <p:ph idx="13" type="subTitle"/>
          </p:nvPr>
        </p:nvSpPr>
        <p:spPr>
          <a:xfrm>
            <a:off x="4676900" y="2464508"/>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41"/>
          <p:cNvSpPr txBox="1"/>
          <p:nvPr>
            <p:ph idx="14" type="subTitle"/>
          </p:nvPr>
        </p:nvSpPr>
        <p:spPr>
          <a:xfrm>
            <a:off x="4676900" y="3059892"/>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41"/>
          <p:cNvSpPr txBox="1"/>
          <p:nvPr>
            <p:ph idx="15" type="subTitle"/>
          </p:nvPr>
        </p:nvSpPr>
        <p:spPr>
          <a:xfrm>
            <a:off x="4676900" y="3655300"/>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41"/>
          <p:cNvSpPr txBox="1"/>
          <p:nvPr>
            <p:ph idx="16" type="subTitle"/>
          </p:nvPr>
        </p:nvSpPr>
        <p:spPr>
          <a:xfrm>
            <a:off x="4676900" y="4326883"/>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41"/>
          <p:cNvSpPr txBox="1"/>
          <p:nvPr>
            <p:ph idx="17" type="subTitle"/>
          </p:nvPr>
        </p:nvSpPr>
        <p:spPr>
          <a:xfrm>
            <a:off x="6411748" y="2963183"/>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41"/>
          <p:cNvSpPr txBox="1"/>
          <p:nvPr>
            <p:ph idx="18" type="subTitle"/>
          </p:nvPr>
        </p:nvSpPr>
        <p:spPr>
          <a:xfrm>
            <a:off x="6411748" y="1764633"/>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2" name="Google Shape;262;p41"/>
          <p:cNvSpPr txBox="1"/>
          <p:nvPr>
            <p:ph idx="19" type="subTitle"/>
          </p:nvPr>
        </p:nvSpPr>
        <p:spPr>
          <a:xfrm>
            <a:off x="6411748" y="2363908"/>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41"/>
          <p:cNvSpPr txBox="1"/>
          <p:nvPr>
            <p:ph idx="20" type="subTitle"/>
          </p:nvPr>
        </p:nvSpPr>
        <p:spPr>
          <a:xfrm>
            <a:off x="6411748" y="3562458"/>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41"/>
          <p:cNvSpPr txBox="1"/>
          <p:nvPr>
            <p:ph idx="21" type="subTitle"/>
          </p:nvPr>
        </p:nvSpPr>
        <p:spPr>
          <a:xfrm>
            <a:off x="6411748" y="4237933"/>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65" name="Google Shape;265;p41"/>
          <p:cNvCxnSpPr/>
          <p:nvPr/>
        </p:nvCxnSpPr>
        <p:spPr>
          <a:xfrm>
            <a:off x="200117" y="3089629"/>
            <a:ext cx="4082100" cy="0"/>
          </a:xfrm>
          <a:prstGeom prst="straightConnector1">
            <a:avLst/>
          </a:prstGeom>
          <a:noFill/>
          <a:ln cap="flat" cmpd="sng" w="19050">
            <a:solidFill>
              <a:schemeClr val="accent1"/>
            </a:solidFill>
            <a:prstDash val="solid"/>
            <a:round/>
            <a:headEnd len="med" w="med" type="none"/>
            <a:tailEnd len="med" w="med" type="none"/>
          </a:ln>
        </p:spPr>
      </p:cxnSp>
      <p:cxnSp>
        <p:nvCxnSpPr>
          <p:cNvPr id="266" name="Google Shape;266;p41"/>
          <p:cNvCxnSpPr/>
          <p:nvPr/>
        </p:nvCxnSpPr>
        <p:spPr>
          <a:xfrm>
            <a:off x="4786525" y="4282704"/>
            <a:ext cx="4082100" cy="0"/>
          </a:xfrm>
          <a:prstGeom prst="straightConnector1">
            <a:avLst/>
          </a:prstGeom>
          <a:noFill/>
          <a:ln cap="flat" cmpd="sng" w="19050">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016">
          <p15:clr>
            <a:srgbClr val="E46962"/>
          </p15:clr>
        </p15:guide>
        <p15:guide id="2" orient="horz" pos="1261">
          <p15:clr>
            <a:srgbClr val="E46962"/>
          </p15:clr>
        </p15:guide>
        <p15:guide id="3" orient="horz" pos="2771">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Executive Summary">
  <p:cSld name="TITLE_1_1">
    <p:spTree>
      <p:nvGrpSpPr>
        <p:cNvPr id="267" name="Shape 267"/>
        <p:cNvGrpSpPr/>
        <p:nvPr/>
      </p:nvGrpSpPr>
      <p:grpSpPr>
        <a:xfrm>
          <a:off x="0" y="0"/>
          <a:ext cx="0" cy="0"/>
          <a:chOff x="0" y="0"/>
          <a:chExt cx="0" cy="0"/>
        </a:xfrm>
      </p:grpSpPr>
      <p:sp>
        <p:nvSpPr>
          <p:cNvPr id="268" name="Google Shape;268;p42"/>
          <p:cNvSpPr txBox="1"/>
          <p:nvPr>
            <p:ph idx="1" type="subTitle"/>
          </p:nvPr>
        </p:nvSpPr>
        <p:spPr>
          <a:xfrm>
            <a:off x="1985411" y="2323038"/>
            <a:ext cx="1581900" cy="474900"/>
          </a:xfrm>
          <a:prstGeom prst="rect">
            <a:avLst/>
          </a:prstGeom>
        </p:spPr>
        <p:txBody>
          <a:bodyPr anchorCtr="0" anchor="t"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Font typeface="Familjen Grotesk"/>
              <a:buNone/>
              <a:defRPr sz="3600"/>
            </a:lvl2pPr>
            <a:lvl3pPr lvl="2">
              <a:spcBef>
                <a:spcPts val="0"/>
              </a:spcBef>
              <a:spcAft>
                <a:spcPts val="0"/>
              </a:spcAft>
              <a:buSzPts val="3600"/>
              <a:buFont typeface="Familjen Grotesk"/>
              <a:buNone/>
              <a:defRPr sz="3600"/>
            </a:lvl3pPr>
            <a:lvl4pPr lvl="3">
              <a:spcBef>
                <a:spcPts val="0"/>
              </a:spcBef>
              <a:spcAft>
                <a:spcPts val="0"/>
              </a:spcAft>
              <a:buSzPts val="3600"/>
              <a:buFont typeface="Familjen Grotesk"/>
              <a:buNone/>
              <a:defRPr sz="3600"/>
            </a:lvl4pPr>
            <a:lvl5pPr lvl="4">
              <a:spcBef>
                <a:spcPts val="0"/>
              </a:spcBef>
              <a:spcAft>
                <a:spcPts val="0"/>
              </a:spcAft>
              <a:buSzPts val="3600"/>
              <a:buFont typeface="Familjen Grotesk"/>
              <a:buNone/>
              <a:defRPr sz="3600"/>
            </a:lvl5pPr>
            <a:lvl6pPr lvl="5">
              <a:spcBef>
                <a:spcPts val="0"/>
              </a:spcBef>
              <a:spcAft>
                <a:spcPts val="0"/>
              </a:spcAft>
              <a:buSzPts val="3600"/>
              <a:buFont typeface="Familjen Grotesk"/>
              <a:buNone/>
              <a:defRPr sz="3600"/>
            </a:lvl6pPr>
            <a:lvl7pPr lvl="6">
              <a:spcBef>
                <a:spcPts val="0"/>
              </a:spcBef>
              <a:spcAft>
                <a:spcPts val="0"/>
              </a:spcAft>
              <a:buSzPts val="3600"/>
              <a:buFont typeface="Familjen Grotesk"/>
              <a:buNone/>
              <a:defRPr sz="3600"/>
            </a:lvl7pPr>
            <a:lvl8pPr lvl="7">
              <a:spcBef>
                <a:spcPts val="0"/>
              </a:spcBef>
              <a:spcAft>
                <a:spcPts val="0"/>
              </a:spcAft>
              <a:buSzPts val="3600"/>
              <a:buFont typeface="Familjen Grotesk"/>
              <a:buNone/>
              <a:defRPr sz="3600"/>
            </a:lvl8pPr>
            <a:lvl9pPr lvl="8">
              <a:spcBef>
                <a:spcPts val="0"/>
              </a:spcBef>
              <a:spcAft>
                <a:spcPts val="0"/>
              </a:spcAft>
              <a:buSzPts val="3600"/>
              <a:buFont typeface="Familjen Grotesk"/>
              <a:buNone/>
              <a:defRPr sz="3600"/>
            </a:lvl9pPr>
          </a:lstStyle>
          <a:p/>
        </p:txBody>
      </p:sp>
      <p:sp>
        <p:nvSpPr>
          <p:cNvPr id="269" name="Google Shape;269;p42"/>
          <p:cNvSpPr txBox="1"/>
          <p:nvPr>
            <p:ph idx="2" type="subTitle"/>
          </p:nvPr>
        </p:nvSpPr>
        <p:spPr>
          <a:xfrm>
            <a:off x="2014509" y="2802444"/>
            <a:ext cx="1551000" cy="2046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270" name="Google Shape;270;p42"/>
          <p:cNvSpPr txBox="1"/>
          <p:nvPr>
            <p:ph idx="3" type="subTitle"/>
          </p:nvPr>
        </p:nvSpPr>
        <p:spPr>
          <a:xfrm>
            <a:off x="189200" y="2978305"/>
            <a:ext cx="1581900" cy="474900"/>
          </a:xfrm>
          <a:prstGeom prst="rect">
            <a:avLst/>
          </a:prstGeom>
        </p:spPr>
        <p:txBody>
          <a:bodyPr anchorCtr="0" anchor="t"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Font typeface="Familjen Grotesk"/>
              <a:buNone/>
              <a:defRPr sz="3600"/>
            </a:lvl2pPr>
            <a:lvl3pPr lvl="2">
              <a:spcBef>
                <a:spcPts val="0"/>
              </a:spcBef>
              <a:spcAft>
                <a:spcPts val="0"/>
              </a:spcAft>
              <a:buSzPts val="3600"/>
              <a:buFont typeface="Familjen Grotesk"/>
              <a:buNone/>
              <a:defRPr sz="3600"/>
            </a:lvl3pPr>
            <a:lvl4pPr lvl="3">
              <a:spcBef>
                <a:spcPts val="0"/>
              </a:spcBef>
              <a:spcAft>
                <a:spcPts val="0"/>
              </a:spcAft>
              <a:buSzPts val="3600"/>
              <a:buFont typeface="Familjen Grotesk"/>
              <a:buNone/>
              <a:defRPr sz="3600"/>
            </a:lvl4pPr>
            <a:lvl5pPr lvl="4">
              <a:spcBef>
                <a:spcPts val="0"/>
              </a:spcBef>
              <a:spcAft>
                <a:spcPts val="0"/>
              </a:spcAft>
              <a:buSzPts val="3600"/>
              <a:buFont typeface="Familjen Grotesk"/>
              <a:buNone/>
              <a:defRPr sz="3600"/>
            </a:lvl5pPr>
            <a:lvl6pPr lvl="5">
              <a:spcBef>
                <a:spcPts val="0"/>
              </a:spcBef>
              <a:spcAft>
                <a:spcPts val="0"/>
              </a:spcAft>
              <a:buSzPts val="3600"/>
              <a:buFont typeface="Familjen Grotesk"/>
              <a:buNone/>
              <a:defRPr sz="3600"/>
            </a:lvl6pPr>
            <a:lvl7pPr lvl="6">
              <a:spcBef>
                <a:spcPts val="0"/>
              </a:spcBef>
              <a:spcAft>
                <a:spcPts val="0"/>
              </a:spcAft>
              <a:buSzPts val="3600"/>
              <a:buFont typeface="Familjen Grotesk"/>
              <a:buNone/>
              <a:defRPr sz="3600"/>
            </a:lvl7pPr>
            <a:lvl8pPr lvl="7">
              <a:spcBef>
                <a:spcPts val="0"/>
              </a:spcBef>
              <a:spcAft>
                <a:spcPts val="0"/>
              </a:spcAft>
              <a:buSzPts val="3600"/>
              <a:buFont typeface="Familjen Grotesk"/>
              <a:buNone/>
              <a:defRPr sz="3600"/>
            </a:lvl8pPr>
            <a:lvl9pPr lvl="8">
              <a:spcBef>
                <a:spcPts val="0"/>
              </a:spcBef>
              <a:spcAft>
                <a:spcPts val="0"/>
              </a:spcAft>
              <a:buSzPts val="3600"/>
              <a:buFont typeface="Familjen Grotesk"/>
              <a:buNone/>
              <a:defRPr sz="3600"/>
            </a:lvl9pPr>
          </a:lstStyle>
          <a:p/>
        </p:txBody>
      </p:sp>
      <p:sp>
        <p:nvSpPr>
          <p:cNvPr id="271" name="Google Shape;271;p42"/>
          <p:cNvSpPr txBox="1"/>
          <p:nvPr>
            <p:ph idx="4" type="body"/>
          </p:nvPr>
        </p:nvSpPr>
        <p:spPr>
          <a:xfrm>
            <a:off x="212473" y="1023597"/>
            <a:ext cx="3560400" cy="9897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cxnSp>
        <p:nvCxnSpPr>
          <p:cNvPr id="272" name="Google Shape;272;p42"/>
          <p:cNvCxnSpPr/>
          <p:nvPr/>
        </p:nvCxnSpPr>
        <p:spPr>
          <a:xfrm>
            <a:off x="226950" y="4635025"/>
            <a:ext cx="3426000" cy="0"/>
          </a:xfrm>
          <a:prstGeom prst="straightConnector1">
            <a:avLst/>
          </a:prstGeom>
          <a:noFill/>
          <a:ln cap="flat" cmpd="sng" w="9525">
            <a:solidFill>
              <a:schemeClr val="dk2"/>
            </a:solidFill>
            <a:prstDash val="solid"/>
            <a:round/>
            <a:headEnd len="med" w="med" type="none"/>
            <a:tailEnd len="med" w="med" type="none"/>
          </a:ln>
        </p:spPr>
      </p:cxnSp>
      <p:cxnSp>
        <p:nvCxnSpPr>
          <p:cNvPr id="273" name="Google Shape;273;p42"/>
          <p:cNvCxnSpPr/>
          <p:nvPr/>
        </p:nvCxnSpPr>
        <p:spPr>
          <a:xfrm>
            <a:off x="226950" y="4326850"/>
            <a:ext cx="3426000" cy="0"/>
          </a:xfrm>
          <a:prstGeom prst="straightConnector1">
            <a:avLst/>
          </a:prstGeom>
          <a:noFill/>
          <a:ln cap="flat" cmpd="sng" w="9525">
            <a:solidFill>
              <a:schemeClr val="dk2"/>
            </a:solidFill>
            <a:prstDash val="solid"/>
            <a:round/>
            <a:headEnd len="med" w="med" type="none"/>
            <a:tailEnd len="med" w="med" type="none"/>
          </a:ln>
        </p:spPr>
      </p:cxnSp>
      <p:sp>
        <p:nvSpPr>
          <p:cNvPr id="274" name="Google Shape;274;p42"/>
          <p:cNvSpPr/>
          <p:nvPr/>
        </p:nvSpPr>
        <p:spPr>
          <a:xfrm>
            <a:off x="7308210" y="4181450"/>
            <a:ext cx="1607100" cy="78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75" name="Google Shape;275;p42"/>
          <p:cNvSpPr txBox="1"/>
          <p:nvPr>
            <p:ph idx="5" type="body"/>
          </p:nvPr>
        </p:nvSpPr>
        <p:spPr>
          <a:xfrm>
            <a:off x="7308213" y="4314851"/>
            <a:ext cx="1607100" cy="646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76" name="Google Shape;276;p42"/>
          <p:cNvSpPr txBox="1"/>
          <p:nvPr>
            <p:ph idx="6" type="subTitle"/>
          </p:nvPr>
        </p:nvSpPr>
        <p:spPr>
          <a:xfrm>
            <a:off x="7308213" y="4203043"/>
            <a:ext cx="1607100" cy="320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900"/>
              <a:buFont typeface="Familjen Grotesk Medium"/>
              <a:buNone/>
              <a:defRPr sz="900">
                <a:latin typeface="Familjen Grotesk Medium"/>
                <a:ea typeface="Familjen Grotesk Medium"/>
                <a:cs typeface="Familjen Grotesk Medium"/>
                <a:sym typeface="Familjen Grotesk Medium"/>
              </a:defRPr>
            </a:lvl1pPr>
            <a:lvl2pPr lvl="1">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2pPr>
            <a:lvl3pPr lvl="2">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3pPr>
            <a:lvl4pPr lvl="3">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4pPr>
            <a:lvl5pPr lvl="4">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5pPr>
            <a:lvl6pPr lvl="5">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6pPr>
            <a:lvl7pPr lvl="6">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7pPr>
            <a:lvl8pPr lvl="7">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8pPr>
            <a:lvl9pPr lvl="8">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9pPr>
          </a:lstStyle>
          <a:p/>
        </p:txBody>
      </p:sp>
      <p:sp>
        <p:nvSpPr>
          <p:cNvPr id="277" name="Google Shape;277;p42"/>
          <p:cNvSpPr/>
          <p:nvPr/>
        </p:nvSpPr>
        <p:spPr>
          <a:xfrm>
            <a:off x="7308198" y="3325500"/>
            <a:ext cx="1607100" cy="78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78" name="Google Shape;278;p42"/>
          <p:cNvSpPr txBox="1"/>
          <p:nvPr>
            <p:ph idx="7" type="body"/>
          </p:nvPr>
        </p:nvSpPr>
        <p:spPr>
          <a:xfrm>
            <a:off x="7308200" y="3458901"/>
            <a:ext cx="1607100" cy="646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79" name="Google Shape;279;p42"/>
          <p:cNvSpPr txBox="1"/>
          <p:nvPr>
            <p:ph idx="8" type="subTitle"/>
          </p:nvPr>
        </p:nvSpPr>
        <p:spPr>
          <a:xfrm>
            <a:off x="7308201" y="3347093"/>
            <a:ext cx="1607100" cy="320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900"/>
              <a:buFont typeface="Familjen Grotesk Medium"/>
              <a:buNone/>
              <a:defRPr sz="900">
                <a:latin typeface="Familjen Grotesk Medium"/>
                <a:ea typeface="Familjen Grotesk Medium"/>
                <a:cs typeface="Familjen Grotesk Medium"/>
                <a:sym typeface="Familjen Grotesk Medium"/>
              </a:defRPr>
            </a:lvl1pPr>
            <a:lvl2pPr lvl="1">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2pPr>
            <a:lvl3pPr lvl="2">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3pPr>
            <a:lvl4pPr lvl="3">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4pPr>
            <a:lvl5pPr lvl="4">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5pPr>
            <a:lvl6pPr lvl="5">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6pPr>
            <a:lvl7pPr lvl="6">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7pPr>
            <a:lvl8pPr lvl="7">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8pPr>
            <a:lvl9pPr lvl="8">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9pPr>
          </a:lstStyle>
          <a:p/>
        </p:txBody>
      </p:sp>
      <p:sp>
        <p:nvSpPr>
          <p:cNvPr id="280" name="Google Shape;280;p42"/>
          <p:cNvSpPr/>
          <p:nvPr/>
        </p:nvSpPr>
        <p:spPr>
          <a:xfrm>
            <a:off x="3959148" y="4181450"/>
            <a:ext cx="1607100" cy="78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81" name="Google Shape;281;p42"/>
          <p:cNvSpPr txBox="1"/>
          <p:nvPr>
            <p:ph idx="9" type="body"/>
          </p:nvPr>
        </p:nvSpPr>
        <p:spPr>
          <a:xfrm>
            <a:off x="3959150" y="4314851"/>
            <a:ext cx="1607100" cy="646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2" name="Google Shape;282;p42"/>
          <p:cNvSpPr/>
          <p:nvPr/>
        </p:nvSpPr>
        <p:spPr>
          <a:xfrm>
            <a:off x="3959150" y="3325508"/>
            <a:ext cx="1607100" cy="782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t/>
            </a:r>
            <a:endParaRPr sz="3600">
              <a:solidFill>
                <a:schemeClr val="dk1"/>
              </a:solidFill>
              <a:latin typeface="Familjen Grotesk"/>
              <a:ea typeface="Familjen Grotesk"/>
              <a:cs typeface="Familjen Grotesk"/>
              <a:sym typeface="Familjen Grotesk"/>
            </a:endParaRPr>
          </a:p>
        </p:txBody>
      </p:sp>
      <p:sp>
        <p:nvSpPr>
          <p:cNvPr id="283" name="Google Shape;283;p42"/>
          <p:cNvSpPr txBox="1"/>
          <p:nvPr>
            <p:ph idx="13" type="subTitle"/>
          </p:nvPr>
        </p:nvSpPr>
        <p:spPr>
          <a:xfrm>
            <a:off x="3959150" y="3325475"/>
            <a:ext cx="1607100" cy="7827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400"/>
              <a:buNone/>
              <a:defRPr sz="1400"/>
            </a:lvl1pPr>
            <a:lvl2pPr lvl="1" algn="ctr">
              <a:lnSpc>
                <a:spcPct val="80000"/>
              </a:lnSpc>
              <a:spcBef>
                <a:spcPts val="0"/>
              </a:spcBef>
              <a:spcAft>
                <a:spcPts val="0"/>
              </a:spcAft>
              <a:buSzPts val="1400"/>
              <a:buNone/>
              <a:defRPr/>
            </a:lvl2pPr>
            <a:lvl3pPr lvl="2" algn="ctr">
              <a:lnSpc>
                <a:spcPct val="80000"/>
              </a:lnSpc>
              <a:spcBef>
                <a:spcPts val="0"/>
              </a:spcBef>
              <a:spcAft>
                <a:spcPts val="0"/>
              </a:spcAft>
              <a:buSzPts val="1400"/>
              <a:buNone/>
              <a:defRPr/>
            </a:lvl3pPr>
            <a:lvl4pPr lvl="3" algn="ctr">
              <a:lnSpc>
                <a:spcPct val="80000"/>
              </a:lnSpc>
              <a:spcBef>
                <a:spcPts val="0"/>
              </a:spcBef>
              <a:spcAft>
                <a:spcPts val="0"/>
              </a:spcAft>
              <a:buSzPts val="1400"/>
              <a:buNone/>
              <a:defRPr/>
            </a:lvl4pPr>
            <a:lvl5pPr lvl="4" algn="ctr">
              <a:lnSpc>
                <a:spcPct val="80000"/>
              </a:lnSpc>
              <a:spcBef>
                <a:spcPts val="0"/>
              </a:spcBef>
              <a:spcAft>
                <a:spcPts val="0"/>
              </a:spcAft>
              <a:buSzPts val="1400"/>
              <a:buNone/>
              <a:defRPr/>
            </a:lvl5pPr>
            <a:lvl6pPr lvl="5" algn="ctr">
              <a:lnSpc>
                <a:spcPct val="80000"/>
              </a:lnSpc>
              <a:spcBef>
                <a:spcPts val="0"/>
              </a:spcBef>
              <a:spcAft>
                <a:spcPts val="0"/>
              </a:spcAft>
              <a:buSzPts val="1400"/>
              <a:buNone/>
              <a:defRPr/>
            </a:lvl6pPr>
            <a:lvl7pPr lvl="6" algn="ctr">
              <a:lnSpc>
                <a:spcPct val="80000"/>
              </a:lnSpc>
              <a:spcBef>
                <a:spcPts val="0"/>
              </a:spcBef>
              <a:spcAft>
                <a:spcPts val="0"/>
              </a:spcAft>
              <a:buSzPts val="1400"/>
              <a:buNone/>
              <a:defRPr/>
            </a:lvl7pPr>
            <a:lvl8pPr lvl="7" algn="ctr">
              <a:lnSpc>
                <a:spcPct val="80000"/>
              </a:lnSpc>
              <a:spcBef>
                <a:spcPts val="0"/>
              </a:spcBef>
              <a:spcAft>
                <a:spcPts val="0"/>
              </a:spcAft>
              <a:buSzPts val="1400"/>
              <a:buNone/>
              <a:defRPr/>
            </a:lvl8pPr>
            <a:lvl9pPr lvl="8" algn="ctr">
              <a:lnSpc>
                <a:spcPct val="80000"/>
              </a:lnSpc>
              <a:spcBef>
                <a:spcPts val="0"/>
              </a:spcBef>
              <a:spcAft>
                <a:spcPts val="0"/>
              </a:spcAft>
              <a:buSzPts val="1400"/>
              <a:buNone/>
              <a:defRPr/>
            </a:lvl9pPr>
          </a:lstStyle>
          <a:p/>
        </p:txBody>
      </p:sp>
      <p:sp>
        <p:nvSpPr>
          <p:cNvPr id="284" name="Google Shape;284;p42"/>
          <p:cNvSpPr txBox="1"/>
          <p:nvPr>
            <p:ph idx="14"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285" name="Google Shape;285;p42"/>
          <p:cNvSpPr txBox="1"/>
          <p:nvPr>
            <p:ph idx="15"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286" name="Google Shape;286;p42"/>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287" name="Google Shape;287;p42"/>
          <p:cNvSpPr txBox="1"/>
          <p:nvPr>
            <p:ph type="title"/>
          </p:nvPr>
        </p:nvSpPr>
        <p:spPr>
          <a:xfrm>
            <a:off x="73152" y="335300"/>
            <a:ext cx="8884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400"/>
              <a:buNone/>
              <a:defRPr sz="54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cxnSp>
        <p:nvCxnSpPr>
          <p:cNvPr id="288" name="Google Shape;288;p42"/>
          <p:cNvCxnSpPr/>
          <p:nvPr/>
        </p:nvCxnSpPr>
        <p:spPr>
          <a:xfrm>
            <a:off x="3952400"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89" name="Google Shape;289;p42"/>
          <p:cNvCxnSpPr/>
          <p:nvPr/>
        </p:nvCxnSpPr>
        <p:spPr>
          <a:xfrm>
            <a:off x="5070844"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42"/>
          <p:cNvCxnSpPr/>
          <p:nvPr/>
        </p:nvCxnSpPr>
        <p:spPr>
          <a:xfrm>
            <a:off x="6189289"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1" name="Google Shape;291;p42"/>
          <p:cNvCxnSpPr/>
          <p:nvPr/>
        </p:nvCxnSpPr>
        <p:spPr>
          <a:xfrm>
            <a:off x="7307733"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2" name="Google Shape;292;p42"/>
          <p:cNvCxnSpPr/>
          <p:nvPr/>
        </p:nvCxnSpPr>
        <p:spPr>
          <a:xfrm>
            <a:off x="8426178"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42"/>
          <p:cNvCxnSpPr/>
          <p:nvPr/>
        </p:nvCxnSpPr>
        <p:spPr>
          <a:xfrm>
            <a:off x="4511622"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42"/>
          <p:cNvCxnSpPr/>
          <p:nvPr/>
        </p:nvCxnSpPr>
        <p:spPr>
          <a:xfrm>
            <a:off x="5630067"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5" name="Google Shape;295;p42"/>
          <p:cNvCxnSpPr/>
          <p:nvPr/>
        </p:nvCxnSpPr>
        <p:spPr>
          <a:xfrm>
            <a:off x="6748511"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6" name="Google Shape;296;p42"/>
          <p:cNvCxnSpPr/>
          <p:nvPr/>
        </p:nvCxnSpPr>
        <p:spPr>
          <a:xfrm>
            <a:off x="7866956"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42"/>
          <p:cNvCxnSpPr/>
          <p:nvPr/>
        </p:nvCxnSpPr>
        <p:spPr>
          <a:xfrm>
            <a:off x="8985400"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42"/>
          <p:cNvCxnSpPr/>
          <p:nvPr/>
        </p:nvCxnSpPr>
        <p:spPr>
          <a:xfrm>
            <a:off x="719400" y="4125475"/>
            <a:ext cx="0" cy="838800"/>
          </a:xfrm>
          <a:prstGeom prst="straightConnector1">
            <a:avLst/>
          </a:prstGeom>
          <a:noFill/>
          <a:ln cap="flat" cmpd="sng" w="9525">
            <a:solidFill>
              <a:schemeClr val="dk2"/>
            </a:solidFill>
            <a:prstDash val="solid"/>
            <a:round/>
            <a:headEnd len="med" w="med" type="none"/>
            <a:tailEnd len="med" w="med" type="none"/>
          </a:ln>
        </p:spPr>
      </p:cxnSp>
      <p:cxnSp>
        <p:nvCxnSpPr>
          <p:cNvPr id="299" name="Google Shape;299;p42"/>
          <p:cNvCxnSpPr/>
          <p:nvPr/>
        </p:nvCxnSpPr>
        <p:spPr>
          <a:xfrm>
            <a:off x="1208760" y="4125475"/>
            <a:ext cx="0" cy="838800"/>
          </a:xfrm>
          <a:prstGeom prst="straightConnector1">
            <a:avLst/>
          </a:prstGeom>
          <a:noFill/>
          <a:ln cap="flat" cmpd="sng" w="9525">
            <a:solidFill>
              <a:schemeClr val="dk2"/>
            </a:solidFill>
            <a:prstDash val="solid"/>
            <a:round/>
            <a:headEnd len="med" w="med" type="none"/>
            <a:tailEnd len="med" w="med" type="none"/>
          </a:ln>
        </p:spPr>
      </p:cxnSp>
      <p:cxnSp>
        <p:nvCxnSpPr>
          <p:cNvPr id="300" name="Google Shape;300;p42"/>
          <p:cNvCxnSpPr/>
          <p:nvPr/>
        </p:nvCxnSpPr>
        <p:spPr>
          <a:xfrm>
            <a:off x="1698120" y="4125475"/>
            <a:ext cx="0" cy="838800"/>
          </a:xfrm>
          <a:prstGeom prst="straightConnector1">
            <a:avLst/>
          </a:prstGeom>
          <a:noFill/>
          <a:ln cap="flat" cmpd="sng" w="9525">
            <a:solidFill>
              <a:schemeClr val="dk2"/>
            </a:solidFill>
            <a:prstDash val="solid"/>
            <a:round/>
            <a:headEnd len="med" w="med" type="none"/>
            <a:tailEnd len="med" w="med" type="none"/>
          </a:ln>
        </p:spPr>
      </p:cxnSp>
      <p:cxnSp>
        <p:nvCxnSpPr>
          <p:cNvPr id="301" name="Google Shape;301;p42"/>
          <p:cNvCxnSpPr/>
          <p:nvPr/>
        </p:nvCxnSpPr>
        <p:spPr>
          <a:xfrm>
            <a:off x="2187480" y="4125475"/>
            <a:ext cx="0" cy="838800"/>
          </a:xfrm>
          <a:prstGeom prst="straightConnector1">
            <a:avLst/>
          </a:prstGeom>
          <a:noFill/>
          <a:ln cap="flat" cmpd="sng" w="9525">
            <a:solidFill>
              <a:schemeClr val="dk2"/>
            </a:solidFill>
            <a:prstDash val="solid"/>
            <a:round/>
            <a:headEnd len="med" w="med" type="none"/>
            <a:tailEnd len="med" w="med" type="none"/>
          </a:ln>
        </p:spPr>
      </p:cxnSp>
      <p:sp>
        <p:nvSpPr>
          <p:cNvPr id="302" name="Google Shape;302;p42"/>
          <p:cNvSpPr/>
          <p:nvPr/>
        </p:nvSpPr>
        <p:spPr>
          <a:xfrm>
            <a:off x="229843" y="4125475"/>
            <a:ext cx="3425935" cy="838687"/>
          </a:xfrm>
          <a:custGeom>
            <a:rect b="b" l="l" r="r" t="t"/>
            <a:pathLst>
              <a:path extrusionOk="0" h="148178" w="347018">
                <a:moveTo>
                  <a:pt x="0" y="0"/>
                </a:moveTo>
                <a:lnTo>
                  <a:pt x="0" y="148178"/>
                </a:lnTo>
                <a:lnTo>
                  <a:pt x="347018" y="148178"/>
                </a:lnTo>
              </a:path>
            </a:pathLst>
          </a:custGeom>
          <a:noFill/>
          <a:ln cap="flat" cmpd="sng" w="9525">
            <a:solidFill>
              <a:schemeClr val="accent2"/>
            </a:solidFill>
            <a:prstDash val="solid"/>
            <a:round/>
            <a:headEnd len="med" w="med" type="none"/>
            <a:tailEnd len="med" w="med" type="none"/>
          </a:ln>
        </p:spPr>
      </p:sp>
      <p:cxnSp>
        <p:nvCxnSpPr>
          <p:cNvPr id="303" name="Google Shape;303;p42"/>
          <p:cNvCxnSpPr/>
          <p:nvPr/>
        </p:nvCxnSpPr>
        <p:spPr>
          <a:xfrm>
            <a:off x="2676840" y="4125475"/>
            <a:ext cx="0" cy="838800"/>
          </a:xfrm>
          <a:prstGeom prst="straightConnector1">
            <a:avLst/>
          </a:prstGeom>
          <a:noFill/>
          <a:ln cap="flat" cmpd="sng" w="9525">
            <a:solidFill>
              <a:schemeClr val="dk2"/>
            </a:solidFill>
            <a:prstDash val="solid"/>
            <a:round/>
            <a:headEnd len="med" w="med" type="none"/>
            <a:tailEnd len="med" w="med" type="none"/>
          </a:ln>
        </p:spPr>
      </p:cxnSp>
      <p:cxnSp>
        <p:nvCxnSpPr>
          <p:cNvPr id="304" name="Google Shape;304;p42"/>
          <p:cNvCxnSpPr/>
          <p:nvPr/>
        </p:nvCxnSpPr>
        <p:spPr>
          <a:xfrm>
            <a:off x="3166200" y="4125475"/>
            <a:ext cx="0" cy="838800"/>
          </a:xfrm>
          <a:prstGeom prst="straightConnector1">
            <a:avLst/>
          </a:prstGeom>
          <a:noFill/>
          <a:ln cap="flat" cmpd="sng" w="9525">
            <a:solidFill>
              <a:schemeClr val="dk2"/>
            </a:solidFill>
            <a:prstDash val="solid"/>
            <a:round/>
            <a:headEnd len="med" w="med" type="none"/>
            <a:tailEnd len="med" w="med" type="none"/>
          </a:ln>
        </p:spPr>
      </p:cxnSp>
      <p:sp>
        <p:nvSpPr>
          <p:cNvPr id="305" name="Google Shape;305;p42"/>
          <p:cNvSpPr/>
          <p:nvPr/>
        </p:nvSpPr>
        <p:spPr>
          <a:xfrm>
            <a:off x="5633673" y="3325500"/>
            <a:ext cx="1607100" cy="78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306" name="Google Shape;306;p42"/>
          <p:cNvSpPr txBox="1"/>
          <p:nvPr>
            <p:ph idx="16" type="body"/>
          </p:nvPr>
        </p:nvSpPr>
        <p:spPr>
          <a:xfrm>
            <a:off x="5633675" y="3458901"/>
            <a:ext cx="1607100" cy="646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307" name="Google Shape;307;p42"/>
          <p:cNvSpPr txBox="1"/>
          <p:nvPr>
            <p:ph idx="17" type="subTitle"/>
          </p:nvPr>
        </p:nvSpPr>
        <p:spPr>
          <a:xfrm>
            <a:off x="3959151" y="4203043"/>
            <a:ext cx="1607100" cy="320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900"/>
              <a:buFont typeface="Familjen Grotesk Medium"/>
              <a:buNone/>
              <a:defRPr sz="900">
                <a:latin typeface="Familjen Grotesk Medium"/>
                <a:ea typeface="Familjen Grotesk Medium"/>
                <a:cs typeface="Familjen Grotesk Medium"/>
                <a:sym typeface="Familjen Grotesk Medium"/>
              </a:defRPr>
            </a:lvl1pPr>
            <a:lvl2pPr lvl="1">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2pPr>
            <a:lvl3pPr lvl="2">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3pPr>
            <a:lvl4pPr lvl="3">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4pPr>
            <a:lvl5pPr lvl="4">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5pPr>
            <a:lvl6pPr lvl="5">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6pPr>
            <a:lvl7pPr lvl="6">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7pPr>
            <a:lvl8pPr lvl="7">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8pPr>
            <a:lvl9pPr lvl="8">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9pPr>
          </a:lstStyle>
          <a:p/>
        </p:txBody>
      </p:sp>
      <p:sp>
        <p:nvSpPr>
          <p:cNvPr id="308" name="Google Shape;308;p42"/>
          <p:cNvSpPr txBox="1"/>
          <p:nvPr>
            <p:ph idx="18" type="subTitle"/>
          </p:nvPr>
        </p:nvSpPr>
        <p:spPr>
          <a:xfrm>
            <a:off x="5633676" y="3347093"/>
            <a:ext cx="1607100" cy="320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900"/>
              <a:buFont typeface="Familjen Grotesk Medium"/>
              <a:buNone/>
              <a:defRPr sz="900">
                <a:latin typeface="Familjen Grotesk Medium"/>
                <a:ea typeface="Familjen Grotesk Medium"/>
                <a:cs typeface="Familjen Grotesk Medium"/>
                <a:sym typeface="Familjen Grotesk Medium"/>
              </a:defRPr>
            </a:lvl1pPr>
            <a:lvl2pPr lvl="1">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2pPr>
            <a:lvl3pPr lvl="2">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3pPr>
            <a:lvl4pPr lvl="3">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4pPr>
            <a:lvl5pPr lvl="4">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5pPr>
            <a:lvl6pPr lvl="5">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6pPr>
            <a:lvl7pPr lvl="6">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7pPr>
            <a:lvl8pPr lvl="7">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8pPr>
            <a:lvl9pPr lvl="8">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9pPr>
          </a:lstStyle>
          <a:p/>
        </p:txBody>
      </p:sp>
      <p:sp>
        <p:nvSpPr>
          <p:cNvPr id="309" name="Google Shape;309;p42"/>
          <p:cNvSpPr/>
          <p:nvPr/>
        </p:nvSpPr>
        <p:spPr>
          <a:xfrm>
            <a:off x="5633660" y="4181450"/>
            <a:ext cx="1607100" cy="78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310" name="Google Shape;310;p42"/>
          <p:cNvSpPr txBox="1"/>
          <p:nvPr>
            <p:ph idx="19" type="body"/>
          </p:nvPr>
        </p:nvSpPr>
        <p:spPr>
          <a:xfrm>
            <a:off x="5633663" y="4314851"/>
            <a:ext cx="1607100" cy="646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311" name="Google Shape;311;p42"/>
          <p:cNvSpPr txBox="1"/>
          <p:nvPr>
            <p:ph idx="20" type="subTitle"/>
          </p:nvPr>
        </p:nvSpPr>
        <p:spPr>
          <a:xfrm>
            <a:off x="5633663" y="4203043"/>
            <a:ext cx="1607100" cy="320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900"/>
              <a:buFont typeface="Familjen Grotesk Medium"/>
              <a:buNone/>
              <a:defRPr sz="900">
                <a:latin typeface="Familjen Grotesk Medium"/>
                <a:ea typeface="Familjen Grotesk Medium"/>
                <a:cs typeface="Familjen Grotesk Medium"/>
                <a:sym typeface="Familjen Grotesk Medium"/>
              </a:defRPr>
            </a:lvl1pPr>
            <a:lvl2pPr lvl="1">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2pPr>
            <a:lvl3pPr lvl="2">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3pPr>
            <a:lvl4pPr lvl="3">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4pPr>
            <a:lvl5pPr lvl="4">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5pPr>
            <a:lvl6pPr lvl="5">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6pPr>
            <a:lvl7pPr lvl="6">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7pPr>
            <a:lvl8pPr lvl="7">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8pPr>
            <a:lvl9pPr lvl="8">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9pPr>
          </a:lstStyle>
          <a:p/>
        </p:txBody>
      </p:sp>
      <p:sp>
        <p:nvSpPr>
          <p:cNvPr id="312" name="Google Shape;312;p42"/>
          <p:cNvSpPr txBox="1"/>
          <p:nvPr>
            <p:ph idx="21" type="subTitle"/>
          </p:nvPr>
        </p:nvSpPr>
        <p:spPr>
          <a:xfrm>
            <a:off x="3933400"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13" name="Google Shape;313;p42"/>
          <p:cNvSpPr txBox="1"/>
          <p:nvPr>
            <p:ph idx="22" type="subTitle"/>
          </p:nvPr>
        </p:nvSpPr>
        <p:spPr>
          <a:xfrm>
            <a:off x="5052000"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14" name="Google Shape;314;p42"/>
          <p:cNvSpPr txBox="1"/>
          <p:nvPr>
            <p:ph idx="23" type="subTitle"/>
          </p:nvPr>
        </p:nvSpPr>
        <p:spPr>
          <a:xfrm>
            <a:off x="7288862"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15" name="Google Shape;315;p42"/>
          <p:cNvSpPr txBox="1"/>
          <p:nvPr>
            <p:ph idx="24" type="subTitle"/>
          </p:nvPr>
        </p:nvSpPr>
        <p:spPr>
          <a:xfrm>
            <a:off x="8407312"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16" name="Google Shape;316;p42"/>
          <p:cNvSpPr txBox="1"/>
          <p:nvPr>
            <p:ph idx="25" type="subTitle"/>
          </p:nvPr>
        </p:nvSpPr>
        <p:spPr>
          <a:xfrm>
            <a:off x="6170412"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17" name="Google Shape;317;p42"/>
          <p:cNvSpPr txBox="1"/>
          <p:nvPr>
            <p:ph idx="26" type="subTitle"/>
          </p:nvPr>
        </p:nvSpPr>
        <p:spPr>
          <a:xfrm>
            <a:off x="3946300" y="2211525"/>
            <a:ext cx="1589400" cy="4617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18" name="Google Shape;318;p42"/>
          <p:cNvSpPr txBox="1"/>
          <p:nvPr>
            <p:ph idx="27" type="subTitle"/>
          </p:nvPr>
        </p:nvSpPr>
        <p:spPr>
          <a:xfrm>
            <a:off x="5619200" y="2211513"/>
            <a:ext cx="1589400" cy="4617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19" name="Google Shape;319;p42"/>
          <p:cNvSpPr txBox="1"/>
          <p:nvPr>
            <p:ph idx="28" type="subTitle"/>
          </p:nvPr>
        </p:nvSpPr>
        <p:spPr>
          <a:xfrm>
            <a:off x="7302800" y="2211513"/>
            <a:ext cx="1589400" cy="4617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20" name="Google Shape;320;p42"/>
          <p:cNvSpPr txBox="1"/>
          <p:nvPr>
            <p:ph idx="29" type="subTitle"/>
          </p:nvPr>
        </p:nvSpPr>
        <p:spPr>
          <a:xfrm>
            <a:off x="5625300" y="1997479"/>
            <a:ext cx="1590600" cy="3048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1" name="Google Shape;321;p42"/>
          <p:cNvSpPr txBox="1"/>
          <p:nvPr>
            <p:ph idx="30" type="subTitle"/>
          </p:nvPr>
        </p:nvSpPr>
        <p:spPr>
          <a:xfrm>
            <a:off x="7298200" y="1997467"/>
            <a:ext cx="1590600" cy="3048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42"/>
          <p:cNvSpPr txBox="1"/>
          <p:nvPr>
            <p:ph idx="31" type="subTitle"/>
          </p:nvPr>
        </p:nvSpPr>
        <p:spPr>
          <a:xfrm>
            <a:off x="3952400" y="1997479"/>
            <a:ext cx="1590600" cy="3048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42"/>
          <p:cNvSpPr txBox="1"/>
          <p:nvPr>
            <p:ph idx="32" type="subTitle"/>
          </p:nvPr>
        </p:nvSpPr>
        <p:spPr>
          <a:xfrm>
            <a:off x="3939000" y="2797425"/>
            <a:ext cx="4968900" cy="304800"/>
          </a:xfrm>
          <a:prstGeom prst="rect">
            <a:avLst/>
          </a:prstGeom>
        </p:spPr>
        <p:txBody>
          <a:bodyPr anchorCtr="0" anchor="t" bIns="0" lIns="0" spcFirstLastPara="1" rIns="0" wrap="square" tIns="0">
            <a:noAutofit/>
          </a:bodyPr>
          <a:lstStyle>
            <a:lvl1pPr lvl="0">
              <a:spcBef>
                <a:spcPts val="0"/>
              </a:spcBef>
              <a:spcAft>
                <a:spcPts val="0"/>
              </a:spcAft>
              <a:buSzPts val="1800"/>
              <a:buNone/>
              <a:defRPr b="1" sz="1800"/>
            </a:lvl1pPr>
            <a:lvl2pPr lvl="1">
              <a:spcBef>
                <a:spcPts val="0"/>
              </a:spcBef>
              <a:spcAft>
                <a:spcPts val="0"/>
              </a:spcAft>
              <a:buSzPts val="1800"/>
              <a:buFont typeface="Familjen Grotesk"/>
              <a:buNone/>
              <a:defRPr b="1" sz="1800"/>
            </a:lvl2pPr>
            <a:lvl3pPr lvl="2">
              <a:spcBef>
                <a:spcPts val="0"/>
              </a:spcBef>
              <a:spcAft>
                <a:spcPts val="0"/>
              </a:spcAft>
              <a:buSzPts val="1800"/>
              <a:buFont typeface="Familjen Grotesk"/>
              <a:buNone/>
              <a:defRPr b="1" sz="1800"/>
            </a:lvl3pPr>
            <a:lvl4pPr lvl="3">
              <a:spcBef>
                <a:spcPts val="0"/>
              </a:spcBef>
              <a:spcAft>
                <a:spcPts val="0"/>
              </a:spcAft>
              <a:buSzPts val="1800"/>
              <a:buFont typeface="Familjen Grotesk"/>
              <a:buNone/>
              <a:defRPr b="1" sz="1800"/>
            </a:lvl4pPr>
            <a:lvl5pPr lvl="4">
              <a:spcBef>
                <a:spcPts val="0"/>
              </a:spcBef>
              <a:spcAft>
                <a:spcPts val="0"/>
              </a:spcAft>
              <a:buSzPts val="1800"/>
              <a:buFont typeface="Familjen Grotesk"/>
              <a:buNone/>
              <a:defRPr b="1" sz="1800"/>
            </a:lvl5pPr>
            <a:lvl6pPr lvl="5">
              <a:spcBef>
                <a:spcPts val="0"/>
              </a:spcBef>
              <a:spcAft>
                <a:spcPts val="0"/>
              </a:spcAft>
              <a:buSzPts val="1800"/>
              <a:buFont typeface="Familjen Grotesk"/>
              <a:buNone/>
              <a:defRPr b="1" sz="1800"/>
            </a:lvl6pPr>
            <a:lvl7pPr lvl="6">
              <a:spcBef>
                <a:spcPts val="0"/>
              </a:spcBef>
              <a:spcAft>
                <a:spcPts val="0"/>
              </a:spcAft>
              <a:buSzPts val="1800"/>
              <a:buFont typeface="Familjen Grotesk"/>
              <a:buNone/>
              <a:defRPr b="1" sz="1800"/>
            </a:lvl7pPr>
            <a:lvl8pPr lvl="7">
              <a:spcBef>
                <a:spcPts val="0"/>
              </a:spcBef>
              <a:spcAft>
                <a:spcPts val="0"/>
              </a:spcAft>
              <a:buSzPts val="1800"/>
              <a:buFont typeface="Familjen Grotesk"/>
              <a:buNone/>
              <a:defRPr b="1" sz="1800"/>
            </a:lvl8pPr>
            <a:lvl9pPr lvl="8">
              <a:spcBef>
                <a:spcPts val="0"/>
              </a:spcBef>
              <a:spcAft>
                <a:spcPts val="0"/>
              </a:spcAft>
              <a:buSzPts val="1800"/>
              <a:buFont typeface="Familjen Grotesk"/>
              <a:buNone/>
              <a:defRPr b="1" sz="1800"/>
            </a:lvl9pPr>
          </a:lstStyle>
          <a:p/>
        </p:txBody>
      </p:sp>
      <p:sp>
        <p:nvSpPr>
          <p:cNvPr id="324" name="Google Shape;324;p42"/>
          <p:cNvSpPr txBox="1"/>
          <p:nvPr>
            <p:ph idx="33" type="subTitle"/>
          </p:nvPr>
        </p:nvSpPr>
        <p:spPr>
          <a:xfrm>
            <a:off x="3946300" y="3070150"/>
            <a:ext cx="4968900" cy="2046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25" name="Google Shape;325;p42"/>
          <p:cNvSpPr txBox="1"/>
          <p:nvPr>
            <p:ph idx="34" type="subTitle"/>
          </p:nvPr>
        </p:nvSpPr>
        <p:spPr>
          <a:xfrm>
            <a:off x="220150" y="3826873"/>
            <a:ext cx="3426000" cy="304800"/>
          </a:xfrm>
          <a:prstGeom prst="rect">
            <a:avLst/>
          </a:prstGeom>
        </p:spPr>
        <p:txBody>
          <a:bodyPr anchorCtr="0" anchor="t" bIns="0" lIns="0" spcFirstLastPara="1" rIns="0" wrap="square" tIns="0">
            <a:noAutofit/>
          </a:bodyPr>
          <a:lstStyle>
            <a:lvl1pPr lvl="0">
              <a:spcBef>
                <a:spcPts val="0"/>
              </a:spcBef>
              <a:spcAft>
                <a:spcPts val="0"/>
              </a:spcAft>
              <a:buSzPts val="1800"/>
              <a:buNone/>
              <a:defRPr b="1" sz="1800"/>
            </a:lvl1pPr>
            <a:lvl2pPr lvl="1">
              <a:spcBef>
                <a:spcPts val="0"/>
              </a:spcBef>
              <a:spcAft>
                <a:spcPts val="0"/>
              </a:spcAft>
              <a:buSzPts val="1800"/>
              <a:buFont typeface="Familjen Grotesk"/>
              <a:buNone/>
              <a:defRPr b="1" sz="1800"/>
            </a:lvl2pPr>
            <a:lvl3pPr lvl="2">
              <a:spcBef>
                <a:spcPts val="0"/>
              </a:spcBef>
              <a:spcAft>
                <a:spcPts val="0"/>
              </a:spcAft>
              <a:buSzPts val="1800"/>
              <a:buFont typeface="Familjen Grotesk"/>
              <a:buNone/>
              <a:defRPr b="1" sz="1800"/>
            </a:lvl3pPr>
            <a:lvl4pPr lvl="3">
              <a:spcBef>
                <a:spcPts val="0"/>
              </a:spcBef>
              <a:spcAft>
                <a:spcPts val="0"/>
              </a:spcAft>
              <a:buSzPts val="1800"/>
              <a:buFont typeface="Familjen Grotesk"/>
              <a:buNone/>
              <a:defRPr b="1" sz="1800"/>
            </a:lvl4pPr>
            <a:lvl5pPr lvl="4">
              <a:spcBef>
                <a:spcPts val="0"/>
              </a:spcBef>
              <a:spcAft>
                <a:spcPts val="0"/>
              </a:spcAft>
              <a:buSzPts val="1800"/>
              <a:buFont typeface="Familjen Grotesk"/>
              <a:buNone/>
              <a:defRPr b="1" sz="1800"/>
            </a:lvl5pPr>
            <a:lvl6pPr lvl="5">
              <a:spcBef>
                <a:spcPts val="0"/>
              </a:spcBef>
              <a:spcAft>
                <a:spcPts val="0"/>
              </a:spcAft>
              <a:buSzPts val="1800"/>
              <a:buFont typeface="Familjen Grotesk"/>
              <a:buNone/>
              <a:defRPr b="1" sz="1800"/>
            </a:lvl6pPr>
            <a:lvl7pPr lvl="6">
              <a:spcBef>
                <a:spcPts val="0"/>
              </a:spcBef>
              <a:spcAft>
                <a:spcPts val="0"/>
              </a:spcAft>
              <a:buSzPts val="1800"/>
              <a:buFont typeface="Familjen Grotesk"/>
              <a:buNone/>
              <a:defRPr b="1" sz="1800"/>
            </a:lvl7pPr>
            <a:lvl8pPr lvl="7">
              <a:spcBef>
                <a:spcPts val="0"/>
              </a:spcBef>
              <a:spcAft>
                <a:spcPts val="0"/>
              </a:spcAft>
              <a:buSzPts val="1800"/>
              <a:buFont typeface="Familjen Grotesk"/>
              <a:buNone/>
              <a:defRPr b="1" sz="1800"/>
            </a:lvl8pPr>
            <a:lvl9pPr lvl="8">
              <a:spcBef>
                <a:spcPts val="0"/>
              </a:spcBef>
              <a:spcAft>
                <a:spcPts val="0"/>
              </a:spcAft>
              <a:buSzPts val="1800"/>
              <a:buFont typeface="Familjen Grotesk"/>
              <a:buNone/>
              <a:defRPr b="1" sz="1800"/>
            </a:lvl9pPr>
          </a:lstStyle>
          <a:p/>
        </p:txBody>
      </p:sp>
      <p:sp>
        <p:nvSpPr>
          <p:cNvPr id="326" name="Google Shape;326;p42"/>
          <p:cNvSpPr txBox="1"/>
          <p:nvPr>
            <p:ph idx="35" type="subTitle"/>
          </p:nvPr>
        </p:nvSpPr>
        <p:spPr>
          <a:xfrm>
            <a:off x="218299" y="3457711"/>
            <a:ext cx="1551000" cy="2046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27" name="Google Shape;327;p42"/>
          <p:cNvSpPr txBox="1"/>
          <p:nvPr>
            <p:ph idx="36" type="subTitle"/>
          </p:nvPr>
        </p:nvSpPr>
        <p:spPr>
          <a:xfrm>
            <a:off x="189200" y="2323038"/>
            <a:ext cx="1581900" cy="474900"/>
          </a:xfrm>
          <a:prstGeom prst="rect">
            <a:avLst/>
          </a:prstGeom>
        </p:spPr>
        <p:txBody>
          <a:bodyPr anchorCtr="0" anchor="t"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Font typeface="Familjen Grotesk"/>
              <a:buNone/>
              <a:defRPr sz="3600"/>
            </a:lvl2pPr>
            <a:lvl3pPr lvl="2">
              <a:spcBef>
                <a:spcPts val="0"/>
              </a:spcBef>
              <a:spcAft>
                <a:spcPts val="0"/>
              </a:spcAft>
              <a:buSzPts val="3600"/>
              <a:buFont typeface="Familjen Grotesk"/>
              <a:buNone/>
              <a:defRPr sz="3600"/>
            </a:lvl3pPr>
            <a:lvl4pPr lvl="3">
              <a:spcBef>
                <a:spcPts val="0"/>
              </a:spcBef>
              <a:spcAft>
                <a:spcPts val="0"/>
              </a:spcAft>
              <a:buSzPts val="3600"/>
              <a:buFont typeface="Familjen Grotesk"/>
              <a:buNone/>
              <a:defRPr sz="3600"/>
            </a:lvl4pPr>
            <a:lvl5pPr lvl="4">
              <a:spcBef>
                <a:spcPts val="0"/>
              </a:spcBef>
              <a:spcAft>
                <a:spcPts val="0"/>
              </a:spcAft>
              <a:buSzPts val="3600"/>
              <a:buFont typeface="Familjen Grotesk"/>
              <a:buNone/>
              <a:defRPr sz="3600"/>
            </a:lvl5pPr>
            <a:lvl6pPr lvl="5">
              <a:spcBef>
                <a:spcPts val="0"/>
              </a:spcBef>
              <a:spcAft>
                <a:spcPts val="0"/>
              </a:spcAft>
              <a:buSzPts val="3600"/>
              <a:buFont typeface="Familjen Grotesk"/>
              <a:buNone/>
              <a:defRPr sz="3600"/>
            </a:lvl6pPr>
            <a:lvl7pPr lvl="6">
              <a:spcBef>
                <a:spcPts val="0"/>
              </a:spcBef>
              <a:spcAft>
                <a:spcPts val="0"/>
              </a:spcAft>
              <a:buSzPts val="3600"/>
              <a:buFont typeface="Familjen Grotesk"/>
              <a:buNone/>
              <a:defRPr sz="3600"/>
            </a:lvl7pPr>
            <a:lvl8pPr lvl="7">
              <a:spcBef>
                <a:spcPts val="0"/>
              </a:spcBef>
              <a:spcAft>
                <a:spcPts val="0"/>
              </a:spcAft>
              <a:buSzPts val="3600"/>
              <a:buFont typeface="Familjen Grotesk"/>
              <a:buNone/>
              <a:defRPr sz="3600"/>
            </a:lvl8pPr>
            <a:lvl9pPr lvl="8">
              <a:spcBef>
                <a:spcPts val="0"/>
              </a:spcBef>
              <a:spcAft>
                <a:spcPts val="0"/>
              </a:spcAft>
              <a:buSzPts val="3600"/>
              <a:buFont typeface="Familjen Grotesk"/>
              <a:buNone/>
              <a:defRPr sz="3600"/>
            </a:lvl9pPr>
          </a:lstStyle>
          <a:p/>
        </p:txBody>
      </p:sp>
      <p:sp>
        <p:nvSpPr>
          <p:cNvPr id="328" name="Google Shape;328;p42"/>
          <p:cNvSpPr txBox="1"/>
          <p:nvPr>
            <p:ph idx="37" type="subTitle"/>
          </p:nvPr>
        </p:nvSpPr>
        <p:spPr>
          <a:xfrm>
            <a:off x="218299" y="2802444"/>
            <a:ext cx="1551000" cy="2046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29" name="Google Shape;329;p42"/>
          <p:cNvSpPr txBox="1"/>
          <p:nvPr>
            <p:ph idx="38" type="subTitle"/>
          </p:nvPr>
        </p:nvSpPr>
        <p:spPr>
          <a:xfrm>
            <a:off x="220150" y="2152976"/>
            <a:ext cx="3426000" cy="304800"/>
          </a:xfrm>
          <a:prstGeom prst="rect">
            <a:avLst/>
          </a:prstGeom>
        </p:spPr>
        <p:txBody>
          <a:bodyPr anchorCtr="0" anchor="t" bIns="0" lIns="0" spcFirstLastPara="1" rIns="0" wrap="square" tIns="0">
            <a:noAutofit/>
          </a:bodyPr>
          <a:lstStyle>
            <a:lvl1pPr lvl="0">
              <a:spcBef>
                <a:spcPts val="0"/>
              </a:spcBef>
              <a:spcAft>
                <a:spcPts val="0"/>
              </a:spcAft>
              <a:buSzPts val="1800"/>
              <a:buNone/>
              <a:defRPr b="1" sz="1800"/>
            </a:lvl1pPr>
            <a:lvl2pPr lvl="1">
              <a:spcBef>
                <a:spcPts val="0"/>
              </a:spcBef>
              <a:spcAft>
                <a:spcPts val="0"/>
              </a:spcAft>
              <a:buSzPts val="1800"/>
              <a:buFont typeface="Familjen Grotesk"/>
              <a:buNone/>
              <a:defRPr b="1" sz="1800"/>
            </a:lvl2pPr>
            <a:lvl3pPr lvl="2">
              <a:spcBef>
                <a:spcPts val="0"/>
              </a:spcBef>
              <a:spcAft>
                <a:spcPts val="0"/>
              </a:spcAft>
              <a:buSzPts val="1800"/>
              <a:buFont typeface="Familjen Grotesk"/>
              <a:buNone/>
              <a:defRPr b="1" sz="1800"/>
            </a:lvl3pPr>
            <a:lvl4pPr lvl="3">
              <a:spcBef>
                <a:spcPts val="0"/>
              </a:spcBef>
              <a:spcAft>
                <a:spcPts val="0"/>
              </a:spcAft>
              <a:buSzPts val="1800"/>
              <a:buFont typeface="Familjen Grotesk"/>
              <a:buNone/>
              <a:defRPr b="1" sz="1800"/>
            </a:lvl4pPr>
            <a:lvl5pPr lvl="4">
              <a:spcBef>
                <a:spcPts val="0"/>
              </a:spcBef>
              <a:spcAft>
                <a:spcPts val="0"/>
              </a:spcAft>
              <a:buSzPts val="1800"/>
              <a:buFont typeface="Familjen Grotesk"/>
              <a:buNone/>
              <a:defRPr b="1" sz="1800"/>
            </a:lvl5pPr>
            <a:lvl6pPr lvl="5">
              <a:spcBef>
                <a:spcPts val="0"/>
              </a:spcBef>
              <a:spcAft>
                <a:spcPts val="0"/>
              </a:spcAft>
              <a:buSzPts val="1800"/>
              <a:buFont typeface="Familjen Grotesk"/>
              <a:buNone/>
              <a:defRPr b="1" sz="1800"/>
            </a:lvl6pPr>
            <a:lvl7pPr lvl="6">
              <a:spcBef>
                <a:spcPts val="0"/>
              </a:spcBef>
              <a:spcAft>
                <a:spcPts val="0"/>
              </a:spcAft>
              <a:buSzPts val="1800"/>
              <a:buFont typeface="Familjen Grotesk"/>
              <a:buNone/>
              <a:defRPr b="1" sz="1800"/>
            </a:lvl7pPr>
            <a:lvl8pPr lvl="7">
              <a:spcBef>
                <a:spcPts val="0"/>
              </a:spcBef>
              <a:spcAft>
                <a:spcPts val="0"/>
              </a:spcAft>
              <a:buSzPts val="1800"/>
              <a:buFont typeface="Familjen Grotesk"/>
              <a:buNone/>
              <a:defRPr b="1" sz="1800"/>
            </a:lvl8pPr>
            <a:lvl9pPr lvl="8">
              <a:spcBef>
                <a:spcPts val="0"/>
              </a:spcBef>
              <a:spcAft>
                <a:spcPts val="0"/>
              </a:spcAft>
              <a:buSzPts val="1800"/>
              <a:buFont typeface="Familjen Grotesk"/>
              <a:buNone/>
              <a:defRPr b="1" sz="1800"/>
            </a:lvl9pPr>
          </a:lstStyle>
          <a:p/>
        </p:txBody>
      </p:sp>
      <p:sp>
        <p:nvSpPr>
          <p:cNvPr id="330" name="Google Shape;330;p42"/>
          <p:cNvSpPr txBox="1"/>
          <p:nvPr>
            <p:ph idx="39" type="subTitle"/>
          </p:nvPr>
        </p:nvSpPr>
        <p:spPr>
          <a:xfrm>
            <a:off x="1985411" y="2978305"/>
            <a:ext cx="1581900" cy="474900"/>
          </a:xfrm>
          <a:prstGeom prst="rect">
            <a:avLst/>
          </a:prstGeom>
        </p:spPr>
        <p:txBody>
          <a:bodyPr anchorCtr="0" anchor="t"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Font typeface="Familjen Grotesk"/>
              <a:buNone/>
              <a:defRPr sz="3600"/>
            </a:lvl2pPr>
            <a:lvl3pPr lvl="2">
              <a:spcBef>
                <a:spcPts val="0"/>
              </a:spcBef>
              <a:spcAft>
                <a:spcPts val="0"/>
              </a:spcAft>
              <a:buSzPts val="3600"/>
              <a:buFont typeface="Familjen Grotesk"/>
              <a:buNone/>
              <a:defRPr sz="3600"/>
            </a:lvl3pPr>
            <a:lvl4pPr lvl="3">
              <a:spcBef>
                <a:spcPts val="0"/>
              </a:spcBef>
              <a:spcAft>
                <a:spcPts val="0"/>
              </a:spcAft>
              <a:buSzPts val="3600"/>
              <a:buFont typeface="Familjen Grotesk"/>
              <a:buNone/>
              <a:defRPr sz="3600"/>
            </a:lvl4pPr>
            <a:lvl5pPr lvl="4">
              <a:spcBef>
                <a:spcPts val="0"/>
              </a:spcBef>
              <a:spcAft>
                <a:spcPts val="0"/>
              </a:spcAft>
              <a:buSzPts val="3600"/>
              <a:buFont typeface="Familjen Grotesk"/>
              <a:buNone/>
              <a:defRPr sz="3600"/>
            </a:lvl5pPr>
            <a:lvl6pPr lvl="5">
              <a:spcBef>
                <a:spcPts val="0"/>
              </a:spcBef>
              <a:spcAft>
                <a:spcPts val="0"/>
              </a:spcAft>
              <a:buSzPts val="3600"/>
              <a:buFont typeface="Familjen Grotesk"/>
              <a:buNone/>
              <a:defRPr sz="3600"/>
            </a:lvl6pPr>
            <a:lvl7pPr lvl="6">
              <a:spcBef>
                <a:spcPts val="0"/>
              </a:spcBef>
              <a:spcAft>
                <a:spcPts val="0"/>
              </a:spcAft>
              <a:buSzPts val="3600"/>
              <a:buFont typeface="Familjen Grotesk"/>
              <a:buNone/>
              <a:defRPr sz="3600"/>
            </a:lvl7pPr>
            <a:lvl8pPr lvl="7">
              <a:spcBef>
                <a:spcPts val="0"/>
              </a:spcBef>
              <a:spcAft>
                <a:spcPts val="0"/>
              </a:spcAft>
              <a:buSzPts val="3600"/>
              <a:buFont typeface="Familjen Grotesk"/>
              <a:buNone/>
              <a:defRPr sz="3600"/>
            </a:lvl8pPr>
            <a:lvl9pPr lvl="8">
              <a:spcBef>
                <a:spcPts val="0"/>
              </a:spcBef>
              <a:spcAft>
                <a:spcPts val="0"/>
              </a:spcAft>
              <a:buSzPts val="3600"/>
              <a:buFont typeface="Familjen Grotesk"/>
              <a:buNone/>
              <a:defRPr sz="3600"/>
            </a:lvl9pPr>
          </a:lstStyle>
          <a:p/>
        </p:txBody>
      </p:sp>
      <p:sp>
        <p:nvSpPr>
          <p:cNvPr id="331" name="Google Shape;331;p42"/>
          <p:cNvSpPr txBox="1"/>
          <p:nvPr>
            <p:ph idx="40" type="subTitle"/>
          </p:nvPr>
        </p:nvSpPr>
        <p:spPr>
          <a:xfrm>
            <a:off x="2014509" y="3457711"/>
            <a:ext cx="1551000" cy="2046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4">
    <p:bg>
      <p:bgPr>
        <a:solidFill>
          <a:schemeClr val="dk2"/>
        </a:solidFill>
      </p:bgPr>
    </p:bg>
    <p:spTree>
      <p:nvGrpSpPr>
        <p:cNvPr id="332" name="Shape 332"/>
        <p:cNvGrpSpPr/>
        <p:nvPr/>
      </p:nvGrpSpPr>
      <p:grpSpPr>
        <a:xfrm>
          <a:off x="0" y="0"/>
          <a:ext cx="0" cy="0"/>
          <a:chOff x="0" y="0"/>
          <a:chExt cx="0" cy="0"/>
        </a:xfrm>
      </p:grpSpPr>
      <p:sp>
        <p:nvSpPr>
          <p:cNvPr id="333" name="Google Shape;333;p43"/>
          <p:cNvSpPr txBox="1"/>
          <p:nvPr/>
        </p:nvSpPr>
        <p:spPr>
          <a:xfrm>
            <a:off x="151500" y="-149638"/>
            <a:ext cx="1478700" cy="657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b="1" lang="en" sz="14400">
                <a:solidFill>
                  <a:schemeClr val="accent2"/>
                </a:solidFill>
                <a:latin typeface="Familjen Grotesk"/>
                <a:ea typeface="Familjen Grotesk"/>
                <a:cs typeface="Familjen Grotesk"/>
                <a:sym typeface="Familjen Grotesk"/>
              </a:rPr>
              <a:t>“</a:t>
            </a:r>
            <a:endParaRPr b="1" sz="14400">
              <a:solidFill>
                <a:schemeClr val="accent2"/>
              </a:solidFill>
              <a:latin typeface="Familjen Grotesk"/>
              <a:ea typeface="Familjen Grotesk"/>
              <a:cs typeface="Familjen Grotesk"/>
              <a:sym typeface="Familjen Grotesk"/>
            </a:endParaRPr>
          </a:p>
        </p:txBody>
      </p:sp>
      <p:sp>
        <p:nvSpPr>
          <p:cNvPr id="334" name="Google Shape;334;p43"/>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35" name="Google Shape;335;p43"/>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336" name="Google Shape;336;p43"/>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337" name="Google Shape;337;p43"/>
          <p:cNvSpPr txBox="1"/>
          <p:nvPr>
            <p:ph idx="3" type="body"/>
          </p:nvPr>
        </p:nvSpPr>
        <p:spPr>
          <a:xfrm>
            <a:off x="1664044" y="349775"/>
            <a:ext cx="6903000" cy="3683100"/>
          </a:xfrm>
          <a:prstGeom prst="rect">
            <a:avLst/>
          </a:prstGeom>
        </p:spPr>
        <p:txBody>
          <a:bodyPr anchorCtr="0" anchor="t" bIns="91425" lIns="91425" spcFirstLastPara="1" rIns="91425" wrap="square" tIns="91425">
            <a:noAutofit/>
          </a:bodyPr>
          <a:lstStyle>
            <a:lvl1pPr indent="-457200" lvl="0" marL="457200">
              <a:lnSpc>
                <a:spcPct val="85000"/>
              </a:lnSpc>
              <a:spcBef>
                <a:spcPts val="0"/>
              </a:spcBef>
              <a:spcAft>
                <a:spcPts val="0"/>
              </a:spcAft>
              <a:buSzPts val="3600"/>
              <a:buChar char="●"/>
              <a:defRPr sz="3600"/>
            </a:lvl1pPr>
            <a:lvl2pPr indent="-457200" lvl="1" marL="914400">
              <a:lnSpc>
                <a:spcPct val="85000"/>
              </a:lnSpc>
              <a:spcBef>
                <a:spcPts val="0"/>
              </a:spcBef>
              <a:spcAft>
                <a:spcPts val="0"/>
              </a:spcAft>
              <a:buSzPts val="3600"/>
              <a:buChar char="○"/>
              <a:defRPr sz="3600"/>
            </a:lvl2pPr>
            <a:lvl3pPr indent="-457200" lvl="2" marL="1371600">
              <a:lnSpc>
                <a:spcPct val="85000"/>
              </a:lnSpc>
              <a:spcBef>
                <a:spcPts val="0"/>
              </a:spcBef>
              <a:spcAft>
                <a:spcPts val="0"/>
              </a:spcAft>
              <a:buSzPts val="3600"/>
              <a:buChar char="■"/>
              <a:defRPr sz="3600"/>
            </a:lvl3pPr>
            <a:lvl4pPr indent="-457200" lvl="3" marL="1828800">
              <a:lnSpc>
                <a:spcPct val="85000"/>
              </a:lnSpc>
              <a:spcBef>
                <a:spcPts val="0"/>
              </a:spcBef>
              <a:spcAft>
                <a:spcPts val="0"/>
              </a:spcAft>
              <a:buSzPts val="3600"/>
              <a:buChar char="●"/>
              <a:defRPr sz="3600"/>
            </a:lvl4pPr>
            <a:lvl5pPr indent="-457200" lvl="4" marL="2286000">
              <a:lnSpc>
                <a:spcPct val="85000"/>
              </a:lnSpc>
              <a:spcBef>
                <a:spcPts val="0"/>
              </a:spcBef>
              <a:spcAft>
                <a:spcPts val="0"/>
              </a:spcAft>
              <a:buSzPts val="3600"/>
              <a:buChar char="○"/>
              <a:defRPr sz="3600"/>
            </a:lvl5pPr>
            <a:lvl6pPr indent="-457200" lvl="5" marL="2743200">
              <a:lnSpc>
                <a:spcPct val="85000"/>
              </a:lnSpc>
              <a:spcBef>
                <a:spcPts val="0"/>
              </a:spcBef>
              <a:spcAft>
                <a:spcPts val="0"/>
              </a:spcAft>
              <a:buSzPts val="3600"/>
              <a:buChar char="■"/>
              <a:defRPr sz="3600"/>
            </a:lvl6pPr>
            <a:lvl7pPr indent="-457200" lvl="6" marL="3200400">
              <a:lnSpc>
                <a:spcPct val="85000"/>
              </a:lnSpc>
              <a:spcBef>
                <a:spcPts val="0"/>
              </a:spcBef>
              <a:spcAft>
                <a:spcPts val="0"/>
              </a:spcAft>
              <a:buSzPts val="3600"/>
              <a:buChar char="●"/>
              <a:defRPr sz="3600"/>
            </a:lvl7pPr>
            <a:lvl8pPr indent="-457200" lvl="7" marL="3657600">
              <a:lnSpc>
                <a:spcPct val="85000"/>
              </a:lnSpc>
              <a:spcBef>
                <a:spcPts val="0"/>
              </a:spcBef>
              <a:spcAft>
                <a:spcPts val="0"/>
              </a:spcAft>
              <a:buSzPts val="3600"/>
              <a:buChar char="○"/>
              <a:defRPr sz="3600"/>
            </a:lvl8pPr>
            <a:lvl9pPr indent="-457200" lvl="8" marL="4114800">
              <a:lnSpc>
                <a:spcPct val="85000"/>
              </a:lnSpc>
              <a:spcBef>
                <a:spcPts val="0"/>
              </a:spcBef>
              <a:spcAft>
                <a:spcPts val="0"/>
              </a:spcAft>
              <a:buSzPts val="3600"/>
              <a:buChar char="■"/>
              <a:defRPr sz="3600"/>
            </a:lvl9pPr>
          </a:lstStyle>
          <a:p/>
        </p:txBody>
      </p:sp>
      <p:sp>
        <p:nvSpPr>
          <p:cNvPr id="338" name="Google Shape;338;p43"/>
          <p:cNvSpPr txBox="1"/>
          <p:nvPr>
            <p:ph idx="4" type="subTitle"/>
          </p:nvPr>
        </p:nvSpPr>
        <p:spPr>
          <a:xfrm>
            <a:off x="1664050" y="4468300"/>
            <a:ext cx="54897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180">
          <p15:clr>
            <a:srgbClr val="FA7B17"/>
          </p15:clr>
        </p15:guide>
        <p15:guide id="2" pos="2790">
          <p15:clr>
            <a:srgbClr val="FA7B17"/>
          </p15:clr>
        </p15:guide>
        <p15:guide id="3" pos="2970">
          <p15:clr>
            <a:srgbClr val="FA7B17"/>
          </p15:clr>
        </p15:guide>
        <p15:guide id="4" pos="5580">
          <p15:clr>
            <a:srgbClr val="FA7B17"/>
          </p15:clr>
        </p15:guide>
        <p15:guide id="5" orient="horz" pos="180">
          <p15:clr>
            <a:srgbClr val="FA7B17"/>
          </p15:clr>
        </p15:guide>
        <p15:guide id="6" orient="horz" pos="2790">
          <p15:clr>
            <a:srgbClr val="FA7B17"/>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BLANK_1_4_1">
    <p:bg>
      <p:bgPr>
        <a:solidFill>
          <a:schemeClr val="dk1"/>
        </a:solidFill>
      </p:bgPr>
    </p:bg>
    <p:spTree>
      <p:nvGrpSpPr>
        <p:cNvPr id="339" name="Shape 339"/>
        <p:cNvGrpSpPr/>
        <p:nvPr/>
      </p:nvGrpSpPr>
      <p:grpSpPr>
        <a:xfrm>
          <a:off x="0" y="0"/>
          <a:ext cx="0" cy="0"/>
          <a:chOff x="0" y="0"/>
          <a:chExt cx="0" cy="0"/>
        </a:xfrm>
      </p:grpSpPr>
      <p:sp>
        <p:nvSpPr>
          <p:cNvPr id="340" name="Google Shape;340;p44"/>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41" name="Google Shape;341;p44"/>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Clr>
                <a:schemeClr val="lt1"/>
              </a:buClr>
              <a:buSzPts val="900"/>
              <a:buNone/>
              <a:defRPr sz="900">
                <a:solidFill>
                  <a:schemeClr val="lt1"/>
                </a:solidFill>
              </a:defRPr>
            </a:lvl1pPr>
            <a:lvl2pPr lvl="1" algn="r">
              <a:spcBef>
                <a:spcPts val="0"/>
              </a:spcBef>
              <a:spcAft>
                <a:spcPts val="0"/>
              </a:spcAft>
              <a:buClr>
                <a:schemeClr val="lt1"/>
              </a:buClr>
              <a:buSzPts val="900"/>
              <a:buFont typeface="Familjen Grotesk"/>
              <a:buNone/>
              <a:defRPr sz="900">
                <a:solidFill>
                  <a:schemeClr val="lt1"/>
                </a:solidFill>
              </a:defRPr>
            </a:lvl2pPr>
            <a:lvl3pPr lvl="2" algn="r">
              <a:spcBef>
                <a:spcPts val="0"/>
              </a:spcBef>
              <a:spcAft>
                <a:spcPts val="0"/>
              </a:spcAft>
              <a:buClr>
                <a:schemeClr val="lt1"/>
              </a:buClr>
              <a:buSzPts val="900"/>
              <a:buFont typeface="Familjen Grotesk"/>
              <a:buNone/>
              <a:defRPr sz="900">
                <a:solidFill>
                  <a:schemeClr val="lt1"/>
                </a:solidFill>
              </a:defRPr>
            </a:lvl3pPr>
            <a:lvl4pPr lvl="3" algn="r">
              <a:spcBef>
                <a:spcPts val="0"/>
              </a:spcBef>
              <a:spcAft>
                <a:spcPts val="0"/>
              </a:spcAft>
              <a:buClr>
                <a:schemeClr val="lt1"/>
              </a:buClr>
              <a:buSzPts val="900"/>
              <a:buFont typeface="Familjen Grotesk"/>
              <a:buNone/>
              <a:defRPr sz="900">
                <a:solidFill>
                  <a:schemeClr val="lt1"/>
                </a:solidFill>
              </a:defRPr>
            </a:lvl4pPr>
            <a:lvl5pPr lvl="4" algn="r">
              <a:spcBef>
                <a:spcPts val="0"/>
              </a:spcBef>
              <a:spcAft>
                <a:spcPts val="0"/>
              </a:spcAft>
              <a:buClr>
                <a:schemeClr val="lt1"/>
              </a:buClr>
              <a:buSzPts val="900"/>
              <a:buFont typeface="Familjen Grotesk"/>
              <a:buNone/>
              <a:defRPr sz="900">
                <a:solidFill>
                  <a:schemeClr val="lt1"/>
                </a:solidFill>
              </a:defRPr>
            </a:lvl5pPr>
            <a:lvl6pPr lvl="5" algn="r">
              <a:spcBef>
                <a:spcPts val="0"/>
              </a:spcBef>
              <a:spcAft>
                <a:spcPts val="0"/>
              </a:spcAft>
              <a:buClr>
                <a:schemeClr val="lt1"/>
              </a:buClr>
              <a:buSzPts val="900"/>
              <a:buFont typeface="Familjen Grotesk"/>
              <a:buNone/>
              <a:defRPr sz="900">
                <a:solidFill>
                  <a:schemeClr val="lt1"/>
                </a:solidFill>
              </a:defRPr>
            </a:lvl6pPr>
            <a:lvl7pPr lvl="6" algn="r">
              <a:spcBef>
                <a:spcPts val="0"/>
              </a:spcBef>
              <a:spcAft>
                <a:spcPts val="0"/>
              </a:spcAft>
              <a:buClr>
                <a:schemeClr val="lt1"/>
              </a:buClr>
              <a:buSzPts val="900"/>
              <a:buFont typeface="Familjen Grotesk"/>
              <a:buNone/>
              <a:defRPr sz="900">
                <a:solidFill>
                  <a:schemeClr val="lt1"/>
                </a:solidFill>
              </a:defRPr>
            </a:lvl7pPr>
            <a:lvl8pPr lvl="7" algn="r">
              <a:spcBef>
                <a:spcPts val="0"/>
              </a:spcBef>
              <a:spcAft>
                <a:spcPts val="0"/>
              </a:spcAft>
              <a:buClr>
                <a:schemeClr val="lt1"/>
              </a:buClr>
              <a:buSzPts val="900"/>
              <a:buFont typeface="Familjen Grotesk"/>
              <a:buNone/>
              <a:defRPr sz="900">
                <a:solidFill>
                  <a:schemeClr val="lt1"/>
                </a:solidFill>
              </a:defRPr>
            </a:lvl8pPr>
            <a:lvl9pPr lvl="8" algn="r">
              <a:spcBef>
                <a:spcPts val="0"/>
              </a:spcBef>
              <a:spcAft>
                <a:spcPts val="0"/>
              </a:spcAft>
              <a:buClr>
                <a:schemeClr val="lt1"/>
              </a:buClr>
              <a:buSzPts val="900"/>
              <a:buFont typeface="Familjen Grotesk"/>
              <a:buNone/>
              <a:defRPr sz="900">
                <a:solidFill>
                  <a:schemeClr val="lt1"/>
                </a:solidFill>
              </a:defRPr>
            </a:lvl9pPr>
          </a:lstStyle>
          <a:p/>
        </p:txBody>
      </p:sp>
      <p:sp>
        <p:nvSpPr>
          <p:cNvPr id="342" name="Google Shape;342;p44"/>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343" name="Google Shape;343;p44"/>
          <p:cNvSpPr txBox="1"/>
          <p:nvPr>
            <p:ph type="title"/>
          </p:nvPr>
        </p:nvSpPr>
        <p:spPr>
          <a:xfrm>
            <a:off x="73152" y="335300"/>
            <a:ext cx="8884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lt1"/>
              </a:buClr>
              <a:buSzPts val="5400"/>
              <a:buNone/>
              <a:defRPr sz="5400">
                <a:solidFill>
                  <a:schemeClr val="lt1"/>
                </a:solidFill>
              </a:defRPr>
            </a:lvl1pPr>
            <a:lvl2pPr lvl="1">
              <a:lnSpc>
                <a:spcPct val="65000"/>
              </a:lnSpc>
              <a:spcBef>
                <a:spcPts val="0"/>
              </a:spcBef>
              <a:spcAft>
                <a:spcPts val="0"/>
              </a:spcAft>
              <a:buClr>
                <a:schemeClr val="lt1"/>
              </a:buClr>
              <a:buSzPts val="5400"/>
              <a:buNone/>
              <a:defRPr sz="5400">
                <a:solidFill>
                  <a:schemeClr val="lt1"/>
                </a:solidFill>
              </a:defRPr>
            </a:lvl2pPr>
            <a:lvl3pPr lvl="2">
              <a:lnSpc>
                <a:spcPct val="65000"/>
              </a:lnSpc>
              <a:spcBef>
                <a:spcPts val="0"/>
              </a:spcBef>
              <a:spcAft>
                <a:spcPts val="0"/>
              </a:spcAft>
              <a:buClr>
                <a:schemeClr val="lt1"/>
              </a:buClr>
              <a:buSzPts val="5400"/>
              <a:buNone/>
              <a:defRPr sz="5400">
                <a:solidFill>
                  <a:schemeClr val="lt1"/>
                </a:solidFill>
              </a:defRPr>
            </a:lvl3pPr>
            <a:lvl4pPr lvl="3">
              <a:lnSpc>
                <a:spcPct val="65000"/>
              </a:lnSpc>
              <a:spcBef>
                <a:spcPts val="0"/>
              </a:spcBef>
              <a:spcAft>
                <a:spcPts val="0"/>
              </a:spcAft>
              <a:buClr>
                <a:schemeClr val="lt1"/>
              </a:buClr>
              <a:buSzPts val="5400"/>
              <a:buNone/>
              <a:defRPr sz="5400">
                <a:solidFill>
                  <a:schemeClr val="lt1"/>
                </a:solidFill>
              </a:defRPr>
            </a:lvl4pPr>
            <a:lvl5pPr lvl="4">
              <a:lnSpc>
                <a:spcPct val="65000"/>
              </a:lnSpc>
              <a:spcBef>
                <a:spcPts val="0"/>
              </a:spcBef>
              <a:spcAft>
                <a:spcPts val="0"/>
              </a:spcAft>
              <a:buClr>
                <a:schemeClr val="lt1"/>
              </a:buClr>
              <a:buSzPts val="5400"/>
              <a:buNone/>
              <a:defRPr sz="5400">
                <a:solidFill>
                  <a:schemeClr val="lt1"/>
                </a:solidFill>
              </a:defRPr>
            </a:lvl5pPr>
            <a:lvl6pPr lvl="5">
              <a:lnSpc>
                <a:spcPct val="65000"/>
              </a:lnSpc>
              <a:spcBef>
                <a:spcPts val="0"/>
              </a:spcBef>
              <a:spcAft>
                <a:spcPts val="0"/>
              </a:spcAft>
              <a:buClr>
                <a:schemeClr val="lt1"/>
              </a:buClr>
              <a:buSzPts val="5400"/>
              <a:buNone/>
              <a:defRPr sz="5400">
                <a:solidFill>
                  <a:schemeClr val="lt1"/>
                </a:solidFill>
              </a:defRPr>
            </a:lvl6pPr>
            <a:lvl7pPr lvl="6">
              <a:lnSpc>
                <a:spcPct val="65000"/>
              </a:lnSpc>
              <a:spcBef>
                <a:spcPts val="0"/>
              </a:spcBef>
              <a:spcAft>
                <a:spcPts val="0"/>
              </a:spcAft>
              <a:buClr>
                <a:schemeClr val="lt1"/>
              </a:buClr>
              <a:buSzPts val="5400"/>
              <a:buNone/>
              <a:defRPr sz="5400">
                <a:solidFill>
                  <a:schemeClr val="lt1"/>
                </a:solidFill>
              </a:defRPr>
            </a:lvl7pPr>
            <a:lvl8pPr lvl="7">
              <a:lnSpc>
                <a:spcPct val="65000"/>
              </a:lnSpc>
              <a:spcBef>
                <a:spcPts val="0"/>
              </a:spcBef>
              <a:spcAft>
                <a:spcPts val="0"/>
              </a:spcAft>
              <a:buClr>
                <a:schemeClr val="lt1"/>
              </a:buClr>
              <a:buSzPts val="5400"/>
              <a:buNone/>
              <a:defRPr sz="5400">
                <a:solidFill>
                  <a:schemeClr val="lt1"/>
                </a:solidFill>
              </a:defRPr>
            </a:lvl8pPr>
            <a:lvl9pPr lvl="8">
              <a:lnSpc>
                <a:spcPct val="65000"/>
              </a:lnSpc>
              <a:spcBef>
                <a:spcPts val="0"/>
              </a:spcBef>
              <a:spcAft>
                <a:spcPts val="0"/>
              </a:spcAft>
              <a:buClr>
                <a:schemeClr val="lt1"/>
              </a:buClr>
              <a:buSzPts val="5400"/>
              <a:buNone/>
              <a:defRPr sz="5400">
                <a:solidFill>
                  <a:schemeClr val="lt1"/>
                </a:solidFill>
              </a:defRPr>
            </a:lvl9pPr>
          </a:lstStyle>
          <a:p/>
        </p:txBody>
      </p:sp>
      <p:cxnSp>
        <p:nvCxnSpPr>
          <p:cNvPr id="344" name="Google Shape;344;p44"/>
          <p:cNvCxnSpPr/>
          <p:nvPr/>
        </p:nvCxnSpPr>
        <p:spPr>
          <a:xfrm>
            <a:off x="2348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45" name="Google Shape;345;p44"/>
          <p:cNvCxnSpPr/>
          <p:nvPr/>
        </p:nvCxnSpPr>
        <p:spPr>
          <a:xfrm>
            <a:off x="14740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46" name="Google Shape;346;p44"/>
          <p:cNvCxnSpPr/>
          <p:nvPr/>
        </p:nvCxnSpPr>
        <p:spPr>
          <a:xfrm>
            <a:off x="27132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44"/>
          <p:cNvCxnSpPr/>
          <p:nvPr/>
        </p:nvCxnSpPr>
        <p:spPr>
          <a:xfrm>
            <a:off x="39524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44"/>
          <p:cNvCxnSpPr/>
          <p:nvPr/>
        </p:nvCxnSpPr>
        <p:spPr>
          <a:xfrm>
            <a:off x="51916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44"/>
          <p:cNvCxnSpPr/>
          <p:nvPr/>
        </p:nvCxnSpPr>
        <p:spPr>
          <a:xfrm>
            <a:off x="64308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44"/>
          <p:cNvCxnSpPr/>
          <p:nvPr/>
        </p:nvCxnSpPr>
        <p:spPr>
          <a:xfrm>
            <a:off x="76700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51" name="Google Shape;351;p44"/>
          <p:cNvCxnSpPr/>
          <p:nvPr/>
        </p:nvCxnSpPr>
        <p:spPr>
          <a:xfrm>
            <a:off x="8909200" y="1193550"/>
            <a:ext cx="0" cy="3691500"/>
          </a:xfrm>
          <a:prstGeom prst="straightConnector1">
            <a:avLst/>
          </a:prstGeom>
          <a:noFill/>
          <a:ln cap="flat" cmpd="sng" w="9525">
            <a:solidFill>
              <a:schemeClr val="dk2"/>
            </a:solidFill>
            <a:prstDash val="solid"/>
            <a:round/>
            <a:headEnd len="med" w="med" type="none"/>
            <a:tailEnd len="med" w="med" type="none"/>
          </a:ln>
        </p:spPr>
      </p:cxnSp>
      <p:sp>
        <p:nvSpPr>
          <p:cNvPr id="352" name="Google Shape;352;p44"/>
          <p:cNvSpPr txBox="1"/>
          <p:nvPr>
            <p:ph idx="3"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Clr>
                <a:schemeClr val="lt1"/>
              </a:buClr>
              <a:buSzPts val="1400"/>
              <a:buChar char="●"/>
              <a:defRPr sz="1400">
                <a:solidFill>
                  <a:schemeClr val="lt1"/>
                </a:solidFill>
              </a:defRPr>
            </a:lvl1pPr>
            <a:lvl2pPr indent="-317500" lvl="1" marL="914400">
              <a:spcBef>
                <a:spcPts val="0"/>
              </a:spcBef>
              <a:spcAft>
                <a:spcPts val="0"/>
              </a:spcAft>
              <a:buClr>
                <a:schemeClr val="lt1"/>
              </a:buClr>
              <a:buSzPts val="1400"/>
              <a:buChar char="○"/>
              <a:defRPr sz="1400">
                <a:solidFill>
                  <a:schemeClr val="lt1"/>
                </a:solidFill>
              </a:defRPr>
            </a:lvl2pPr>
            <a:lvl3pPr indent="-317500" lvl="2" marL="1371600">
              <a:spcBef>
                <a:spcPts val="0"/>
              </a:spcBef>
              <a:spcAft>
                <a:spcPts val="0"/>
              </a:spcAft>
              <a:buClr>
                <a:schemeClr val="lt1"/>
              </a:buClr>
              <a:buSzPts val="1400"/>
              <a:buChar char="■"/>
              <a:defRPr sz="1400">
                <a:solidFill>
                  <a:schemeClr val="lt1"/>
                </a:solidFill>
              </a:defRPr>
            </a:lvl3pPr>
            <a:lvl4pPr indent="-317500" lvl="3" marL="1828800">
              <a:spcBef>
                <a:spcPts val="0"/>
              </a:spcBef>
              <a:spcAft>
                <a:spcPts val="0"/>
              </a:spcAft>
              <a:buClr>
                <a:schemeClr val="lt1"/>
              </a:buClr>
              <a:buSzPts val="1400"/>
              <a:buChar char="●"/>
              <a:defRPr sz="1400">
                <a:solidFill>
                  <a:schemeClr val="lt1"/>
                </a:solidFill>
              </a:defRPr>
            </a:lvl4pPr>
            <a:lvl5pPr indent="-317500" lvl="4" marL="2286000">
              <a:spcBef>
                <a:spcPts val="0"/>
              </a:spcBef>
              <a:spcAft>
                <a:spcPts val="0"/>
              </a:spcAft>
              <a:buClr>
                <a:schemeClr val="lt1"/>
              </a:buClr>
              <a:buSzPts val="1400"/>
              <a:buChar char="○"/>
              <a:defRPr sz="1400">
                <a:solidFill>
                  <a:schemeClr val="lt1"/>
                </a:solidFill>
              </a:defRPr>
            </a:lvl5pPr>
            <a:lvl6pPr indent="-317500" lvl="5" marL="2743200">
              <a:spcBef>
                <a:spcPts val="0"/>
              </a:spcBef>
              <a:spcAft>
                <a:spcPts val="0"/>
              </a:spcAft>
              <a:buClr>
                <a:schemeClr val="lt1"/>
              </a:buClr>
              <a:buSzPts val="1400"/>
              <a:buChar char="■"/>
              <a:defRPr sz="1400">
                <a:solidFill>
                  <a:schemeClr val="lt1"/>
                </a:solidFill>
              </a:defRPr>
            </a:lvl6pPr>
            <a:lvl7pPr indent="-317500" lvl="6" marL="3200400">
              <a:spcBef>
                <a:spcPts val="0"/>
              </a:spcBef>
              <a:spcAft>
                <a:spcPts val="0"/>
              </a:spcAft>
              <a:buClr>
                <a:schemeClr val="lt1"/>
              </a:buClr>
              <a:buSzPts val="1400"/>
              <a:buChar char="●"/>
              <a:defRPr sz="1400">
                <a:solidFill>
                  <a:schemeClr val="lt1"/>
                </a:solidFill>
              </a:defRPr>
            </a:lvl7pPr>
            <a:lvl8pPr indent="-317500" lvl="7" marL="3657600">
              <a:spcBef>
                <a:spcPts val="0"/>
              </a:spcBef>
              <a:spcAft>
                <a:spcPts val="0"/>
              </a:spcAft>
              <a:buClr>
                <a:schemeClr val="lt1"/>
              </a:buClr>
              <a:buSzPts val="1400"/>
              <a:buChar char="○"/>
              <a:defRPr sz="1400">
                <a:solidFill>
                  <a:schemeClr val="lt1"/>
                </a:solidFill>
              </a:defRPr>
            </a:lvl8pPr>
            <a:lvl9pPr indent="-317500" lvl="8" marL="4114800">
              <a:spcBef>
                <a:spcPts val="0"/>
              </a:spcBef>
              <a:spcAft>
                <a:spcPts val="0"/>
              </a:spcAft>
              <a:buClr>
                <a:schemeClr val="lt1"/>
              </a:buClr>
              <a:buSzPts val="1400"/>
              <a:buChar char="■"/>
              <a:defRPr sz="1400">
                <a:solidFill>
                  <a:schemeClr val="lt1"/>
                </a:solidFill>
              </a:defRPr>
            </a:lvl9pPr>
          </a:lstStyle>
          <a:p/>
        </p:txBody>
      </p:sp>
      <p:sp>
        <p:nvSpPr>
          <p:cNvPr id="353" name="Google Shape;353;p44"/>
          <p:cNvSpPr txBox="1"/>
          <p:nvPr>
            <p:ph idx="4" type="subTitle"/>
          </p:nvPr>
        </p:nvSpPr>
        <p:spPr>
          <a:xfrm>
            <a:off x="3933400"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4" name="Google Shape;354;p44"/>
          <p:cNvSpPr txBox="1"/>
          <p:nvPr>
            <p:ph idx="5" type="subTitle"/>
          </p:nvPr>
        </p:nvSpPr>
        <p:spPr>
          <a:xfrm>
            <a:off x="5174505"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5" name="Google Shape;355;p44"/>
          <p:cNvSpPr txBox="1"/>
          <p:nvPr>
            <p:ph idx="6" type="subTitle"/>
          </p:nvPr>
        </p:nvSpPr>
        <p:spPr>
          <a:xfrm>
            <a:off x="2692294"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6" name="Google Shape;356;p44"/>
          <p:cNvSpPr txBox="1"/>
          <p:nvPr>
            <p:ph idx="7" type="subTitle"/>
          </p:nvPr>
        </p:nvSpPr>
        <p:spPr>
          <a:xfrm>
            <a:off x="1454986"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7" name="Google Shape;357;p44"/>
          <p:cNvSpPr txBox="1"/>
          <p:nvPr>
            <p:ph idx="8" type="subTitle"/>
          </p:nvPr>
        </p:nvSpPr>
        <p:spPr>
          <a:xfrm>
            <a:off x="206286"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8" name="Google Shape;358;p44"/>
          <p:cNvSpPr txBox="1"/>
          <p:nvPr>
            <p:ph idx="9" type="subTitle"/>
          </p:nvPr>
        </p:nvSpPr>
        <p:spPr>
          <a:xfrm>
            <a:off x="6412959"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9" name="Google Shape;359;p44"/>
          <p:cNvSpPr txBox="1"/>
          <p:nvPr>
            <p:ph idx="13" type="subTitle"/>
          </p:nvPr>
        </p:nvSpPr>
        <p:spPr>
          <a:xfrm>
            <a:off x="7651409"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Tree>
  </p:cSld>
  <p:clrMapOvr>
    <a:masterClrMapping/>
  </p:clrMapOvr>
  <p:extLst>
    <p:ext uri="{DCECCB84-F9BA-43D5-87BE-67443E8EF086}">
      <p15:sldGuideLst>
        <p15:guide id="1" pos="180">
          <p15:clr>
            <a:srgbClr val="FA7B17"/>
          </p15:clr>
        </p15:guide>
        <p15:guide id="2" pos="2790">
          <p15:clr>
            <a:srgbClr val="FA7B17"/>
          </p15:clr>
        </p15:guide>
        <p15:guide id="3" pos="2970">
          <p15:clr>
            <a:srgbClr val="FA7B17"/>
          </p15:clr>
        </p15:guide>
        <p15:guide id="4" pos="5580">
          <p15:clr>
            <a:srgbClr val="FA7B17"/>
          </p15:clr>
        </p15:guide>
        <p15:guide id="5" orient="horz" pos="180">
          <p15:clr>
            <a:srgbClr val="FA7B17"/>
          </p15:clr>
        </p15:guide>
        <p15:guide id="6" orient="horz" pos="2790">
          <p15:clr>
            <a:srgbClr val="FA7B17"/>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ly Chart">
  <p:cSld name="BLANK_1_5">
    <p:bg>
      <p:bgPr>
        <a:solidFill>
          <a:schemeClr val="lt1"/>
        </a:solidFill>
      </p:bgPr>
    </p:bg>
    <p:spTree>
      <p:nvGrpSpPr>
        <p:cNvPr id="360" name="Shape 360"/>
        <p:cNvGrpSpPr/>
        <p:nvPr/>
      </p:nvGrpSpPr>
      <p:grpSpPr>
        <a:xfrm>
          <a:off x="0" y="0"/>
          <a:ext cx="0" cy="0"/>
          <a:chOff x="0" y="0"/>
          <a:chExt cx="0" cy="0"/>
        </a:xfrm>
      </p:grpSpPr>
      <p:sp>
        <p:nvSpPr>
          <p:cNvPr id="361" name="Google Shape;361;p45"/>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62" name="Google Shape;362;p45"/>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363" name="Google Shape;363;p45"/>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364" name="Google Shape;364;p45"/>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grpSp>
        <p:nvGrpSpPr>
          <p:cNvPr id="365" name="Google Shape;365;p45"/>
          <p:cNvGrpSpPr/>
          <p:nvPr/>
        </p:nvGrpSpPr>
        <p:grpSpPr>
          <a:xfrm>
            <a:off x="234275" y="1193325"/>
            <a:ext cx="8682900" cy="3704450"/>
            <a:chOff x="234275" y="1193325"/>
            <a:chExt cx="8682900" cy="3704450"/>
          </a:xfrm>
        </p:grpSpPr>
        <p:cxnSp>
          <p:nvCxnSpPr>
            <p:cNvPr id="366" name="Google Shape;366;p45"/>
            <p:cNvCxnSpPr/>
            <p:nvPr/>
          </p:nvCxnSpPr>
          <p:spPr>
            <a:xfrm>
              <a:off x="234275" y="4008300"/>
              <a:ext cx="8682900" cy="0"/>
            </a:xfrm>
            <a:prstGeom prst="straightConnector1">
              <a:avLst/>
            </a:prstGeom>
            <a:noFill/>
            <a:ln cap="flat" cmpd="sng" w="9525">
              <a:solidFill>
                <a:schemeClr val="dk2"/>
              </a:solidFill>
              <a:prstDash val="solid"/>
              <a:round/>
              <a:headEnd len="med" w="med" type="none"/>
              <a:tailEnd len="med" w="med" type="none"/>
            </a:ln>
          </p:spPr>
        </p:cxnSp>
        <p:cxnSp>
          <p:nvCxnSpPr>
            <p:cNvPr id="367" name="Google Shape;367;p45"/>
            <p:cNvCxnSpPr/>
            <p:nvPr/>
          </p:nvCxnSpPr>
          <p:spPr>
            <a:xfrm>
              <a:off x="234275" y="3045563"/>
              <a:ext cx="8682900" cy="0"/>
            </a:xfrm>
            <a:prstGeom prst="straightConnector1">
              <a:avLst/>
            </a:prstGeom>
            <a:noFill/>
            <a:ln cap="flat" cmpd="sng" w="9525">
              <a:solidFill>
                <a:schemeClr val="dk2"/>
              </a:solidFill>
              <a:prstDash val="solid"/>
              <a:round/>
              <a:headEnd len="med" w="med" type="none"/>
              <a:tailEnd len="med" w="med" type="none"/>
            </a:ln>
          </p:spPr>
        </p:cxnSp>
        <p:cxnSp>
          <p:nvCxnSpPr>
            <p:cNvPr id="368" name="Google Shape;368;p45"/>
            <p:cNvCxnSpPr/>
            <p:nvPr/>
          </p:nvCxnSpPr>
          <p:spPr>
            <a:xfrm>
              <a:off x="234275" y="2082825"/>
              <a:ext cx="8682900" cy="0"/>
            </a:xfrm>
            <a:prstGeom prst="straightConnector1">
              <a:avLst/>
            </a:prstGeom>
            <a:noFill/>
            <a:ln cap="flat" cmpd="sng" w="9525">
              <a:solidFill>
                <a:schemeClr val="dk2"/>
              </a:solidFill>
              <a:prstDash val="solid"/>
              <a:round/>
              <a:headEnd len="med" w="med" type="none"/>
              <a:tailEnd len="med" w="med" type="none"/>
            </a:ln>
          </p:spPr>
        </p:cxnSp>
        <p:sp>
          <p:nvSpPr>
            <p:cNvPr id="369" name="Google Shape;369;p45"/>
            <p:cNvSpPr/>
            <p:nvPr/>
          </p:nvSpPr>
          <p:spPr>
            <a:xfrm>
              <a:off x="234275" y="1193325"/>
              <a:ext cx="8675450" cy="3704450"/>
            </a:xfrm>
            <a:custGeom>
              <a:rect b="b" l="l" r="r" t="t"/>
              <a:pathLst>
                <a:path extrusionOk="0" h="148178" w="347018">
                  <a:moveTo>
                    <a:pt x="0" y="0"/>
                  </a:moveTo>
                  <a:lnTo>
                    <a:pt x="0" y="148178"/>
                  </a:lnTo>
                  <a:lnTo>
                    <a:pt x="347018" y="148178"/>
                  </a:lnTo>
                </a:path>
              </a:pathLst>
            </a:custGeom>
            <a:noFill/>
            <a:ln cap="flat" cmpd="sng" w="9525">
              <a:solidFill>
                <a:schemeClr val="accent2"/>
              </a:solidFill>
              <a:prstDash val="solid"/>
              <a:round/>
              <a:headEnd len="med" w="med" type="none"/>
              <a:tailEnd len="med" w="med" type="none"/>
            </a:ln>
          </p:spPr>
        </p:sp>
      </p:grpSp>
      <p:sp>
        <p:nvSpPr>
          <p:cNvPr id="370" name="Google Shape;370;p45"/>
          <p:cNvSpPr txBox="1"/>
          <p:nvPr>
            <p:ph idx="3"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71" name="Google Shape;371;p45"/>
          <p:cNvSpPr txBox="1"/>
          <p:nvPr>
            <p:ph idx="4" type="subTitle"/>
          </p:nvPr>
        </p:nvSpPr>
        <p:spPr>
          <a:xfrm>
            <a:off x="207975" y="1065775"/>
            <a:ext cx="800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72" name="Google Shape;372;p45"/>
          <p:cNvSpPr txBox="1"/>
          <p:nvPr>
            <p:ph idx="5" type="subTitle"/>
          </p:nvPr>
        </p:nvSpPr>
        <p:spPr>
          <a:xfrm>
            <a:off x="207975" y="1803028"/>
            <a:ext cx="800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73" name="Google Shape;373;p45"/>
          <p:cNvSpPr txBox="1"/>
          <p:nvPr>
            <p:ph idx="6" type="subTitle"/>
          </p:nvPr>
        </p:nvSpPr>
        <p:spPr>
          <a:xfrm>
            <a:off x="207975" y="2765045"/>
            <a:ext cx="800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74" name="Google Shape;374;p45"/>
          <p:cNvSpPr txBox="1"/>
          <p:nvPr>
            <p:ph idx="7" type="subTitle"/>
          </p:nvPr>
        </p:nvSpPr>
        <p:spPr>
          <a:xfrm>
            <a:off x="207975" y="3743075"/>
            <a:ext cx="800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75" name="Google Shape;375;p45"/>
          <p:cNvSpPr txBox="1"/>
          <p:nvPr>
            <p:ph idx="8" type="subTitle"/>
          </p:nvPr>
        </p:nvSpPr>
        <p:spPr>
          <a:xfrm>
            <a:off x="1656927" y="4574475"/>
            <a:ext cx="800700" cy="2469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b="1" sz="900"/>
            </a:lvl1pPr>
            <a:lvl2pPr lvl="1">
              <a:spcBef>
                <a:spcPts val="0"/>
              </a:spcBef>
              <a:spcAft>
                <a:spcPts val="0"/>
              </a:spcAft>
              <a:buClr>
                <a:schemeClr val="dk1"/>
              </a:buClr>
              <a:buSzPts val="900"/>
              <a:buFont typeface="Familjen Grotesk"/>
              <a:buNone/>
              <a:defRPr b="1" sz="900">
                <a:solidFill>
                  <a:schemeClr val="dk1"/>
                </a:solidFill>
              </a:defRPr>
            </a:lvl2pPr>
            <a:lvl3pPr lvl="2">
              <a:spcBef>
                <a:spcPts val="0"/>
              </a:spcBef>
              <a:spcAft>
                <a:spcPts val="0"/>
              </a:spcAft>
              <a:buClr>
                <a:schemeClr val="dk1"/>
              </a:buClr>
              <a:buSzPts val="900"/>
              <a:buFont typeface="Familjen Grotesk"/>
              <a:buNone/>
              <a:defRPr b="1" sz="900">
                <a:solidFill>
                  <a:schemeClr val="dk1"/>
                </a:solidFill>
              </a:defRPr>
            </a:lvl3pPr>
            <a:lvl4pPr lvl="3">
              <a:spcBef>
                <a:spcPts val="0"/>
              </a:spcBef>
              <a:spcAft>
                <a:spcPts val="0"/>
              </a:spcAft>
              <a:buClr>
                <a:schemeClr val="dk1"/>
              </a:buClr>
              <a:buSzPts val="900"/>
              <a:buFont typeface="Familjen Grotesk"/>
              <a:buNone/>
              <a:defRPr b="1" sz="900">
                <a:solidFill>
                  <a:schemeClr val="dk1"/>
                </a:solidFill>
              </a:defRPr>
            </a:lvl4pPr>
            <a:lvl5pPr lvl="4">
              <a:spcBef>
                <a:spcPts val="0"/>
              </a:spcBef>
              <a:spcAft>
                <a:spcPts val="0"/>
              </a:spcAft>
              <a:buClr>
                <a:schemeClr val="dk1"/>
              </a:buClr>
              <a:buSzPts val="900"/>
              <a:buFont typeface="Familjen Grotesk"/>
              <a:buNone/>
              <a:defRPr b="1" sz="900">
                <a:solidFill>
                  <a:schemeClr val="dk1"/>
                </a:solidFill>
              </a:defRPr>
            </a:lvl5pPr>
            <a:lvl6pPr lvl="5">
              <a:spcBef>
                <a:spcPts val="0"/>
              </a:spcBef>
              <a:spcAft>
                <a:spcPts val="0"/>
              </a:spcAft>
              <a:buClr>
                <a:schemeClr val="dk1"/>
              </a:buClr>
              <a:buSzPts val="900"/>
              <a:buFont typeface="Familjen Grotesk"/>
              <a:buNone/>
              <a:defRPr b="1" sz="900">
                <a:solidFill>
                  <a:schemeClr val="dk1"/>
                </a:solidFill>
              </a:defRPr>
            </a:lvl6pPr>
            <a:lvl7pPr lvl="6">
              <a:spcBef>
                <a:spcPts val="0"/>
              </a:spcBef>
              <a:spcAft>
                <a:spcPts val="0"/>
              </a:spcAft>
              <a:buClr>
                <a:schemeClr val="dk1"/>
              </a:buClr>
              <a:buSzPts val="900"/>
              <a:buFont typeface="Familjen Grotesk"/>
              <a:buNone/>
              <a:defRPr b="1" sz="900">
                <a:solidFill>
                  <a:schemeClr val="dk1"/>
                </a:solidFill>
              </a:defRPr>
            </a:lvl7pPr>
            <a:lvl8pPr lvl="7">
              <a:spcBef>
                <a:spcPts val="0"/>
              </a:spcBef>
              <a:spcAft>
                <a:spcPts val="0"/>
              </a:spcAft>
              <a:buClr>
                <a:schemeClr val="dk1"/>
              </a:buClr>
              <a:buSzPts val="900"/>
              <a:buFont typeface="Familjen Grotesk"/>
              <a:buNone/>
              <a:defRPr b="1" sz="900">
                <a:solidFill>
                  <a:schemeClr val="dk1"/>
                </a:solidFill>
              </a:defRPr>
            </a:lvl8pPr>
            <a:lvl9pPr lvl="8">
              <a:spcBef>
                <a:spcPts val="0"/>
              </a:spcBef>
              <a:spcAft>
                <a:spcPts val="0"/>
              </a:spcAft>
              <a:buClr>
                <a:schemeClr val="dk1"/>
              </a:buClr>
              <a:buSzPts val="900"/>
              <a:buFont typeface="Familjen Grotesk"/>
              <a:buNone/>
              <a:defRPr b="1" sz="900">
                <a:solidFill>
                  <a:schemeClr val="dk1"/>
                </a:solidFill>
              </a:defRPr>
            </a:lvl9pPr>
          </a:lstStyle>
          <a:p/>
        </p:txBody>
      </p:sp>
      <p:sp>
        <p:nvSpPr>
          <p:cNvPr id="376" name="Google Shape;376;p45"/>
          <p:cNvSpPr txBox="1"/>
          <p:nvPr>
            <p:ph idx="9" type="subTitle"/>
          </p:nvPr>
        </p:nvSpPr>
        <p:spPr>
          <a:xfrm>
            <a:off x="3200680" y="4574475"/>
            <a:ext cx="800700" cy="2469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b="1" sz="900"/>
            </a:lvl1pPr>
            <a:lvl2pPr lvl="1">
              <a:spcBef>
                <a:spcPts val="0"/>
              </a:spcBef>
              <a:spcAft>
                <a:spcPts val="0"/>
              </a:spcAft>
              <a:buClr>
                <a:schemeClr val="dk1"/>
              </a:buClr>
              <a:buSzPts val="900"/>
              <a:buFont typeface="Familjen Grotesk"/>
              <a:buNone/>
              <a:defRPr b="1" sz="900">
                <a:solidFill>
                  <a:schemeClr val="dk1"/>
                </a:solidFill>
              </a:defRPr>
            </a:lvl2pPr>
            <a:lvl3pPr lvl="2">
              <a:spcBef>
                <a:spcPts val="0"/>
              </a:spcBef>
              <a:spcAft>
                <a:spcPts val="0"/>
              </a:spcAft>
              <a:buClr>
                <a:schemeClr val="dk1"/>
              </a:buClr>
              <a:buSzPts val="900"/>
              <a:buFont typeface="Familjen Grotesk"/>
              <a:buNone/>
              <a:defRPr b="1" sz="900">
                <a:solidFill>
                  <a:schemeClr val="dk1"/>
                </a:solidFill>
              </a:defRPr>
            </a:lvl3pPr>
            <a:lvl4pPr lvl="3">
              <a:spcBef>
                <a:spcPts val="0"/>
              </a:spcBef>
              <a:spcAft>
                <a:spcPts val="0"/>
              </a:spcAft>
              <a:buClr>
                <a:schemeClr val="dk1"/>
              </a:buClr>
              <a:buSzPts val="900"/>
              <a:buFont typeface="Familjen Grotesk"/>
              <a:buNone/>
              <a:defRPr b="1" sz="900">
                <a:solidFill>
                  <a:schemeClr val="dk1"/>
                </a:solidFill>
              </a:defRPr>
            </a:lvl4pPr>
            <a:lvl5pPr lvl="4">
              <a:spcBef>
                <a:spcPts val="0"/>
              </a:spcBef>
              <a:spcAft>
                <a:spcPts val="0"/>
              </a:spcAft>
              <a:buClr>
                <a:schemeClr val="dk1"/>
              </a:buClr>
              <a:buSzPts val="900"/>
              <a:buFont typeface="Familjen Grotesk"/>
              <a:buNone/>
              <a:defRPr b="1" sz="900">
                <a:solidFill>
                  <a:schemeClr val="dk1"/>
                </a:solidFill>
              </a:defRPr>
            </a:lvl5pPr>
            <a:lvl6pPr lvl="5">
              <a:spcBef>
                <a:spcPts val="0"/>
              </a:spcBef>
              <a:spcAft>
                <a:spcPts val="0"/>
              </a:spcAft>
              <a:buClr>
                <a:schemeClr val="dk1"/>
              </a:buClr>
              <a:buSzPts val="900"/>
              <a:buFont typeface="Familjen Grotesk"/>
              <a:buNone/>
              <a:defRPr b="1" sz="900">
                <a:solidFill>
                  <a:schemeClr val="dk1"/>
                </a:solidFill>
              </a:defRPr>
            </a:lvl6pPr>
            <a:lvl7pPr lvl="6">
              <a:spcBef>
                <a:spcPts val="0"/>
              </a:spcBef>
              <a:spcAft>
                <a:spcPts val="0"/>
              </a:spcAft>
              <a:buClr>
                <a:schemeClr val="dk1"/>
              </a:buClr>
              <a:buSzPts val="900"/>
              <a:buFont typeface="Familjen Grotesk"/>
              <a:buNone/>
              <a:defRPr b="1" sz="900">
                <a:solidFill>
                  <a:schemeClr val="dk1"/>
                </a:solidFill>
              </a:defRPr>
            </a:lvl7pPr>
            <a:lvl8pPr lvl="7">
              <a:spcBef>
                <a:spcPts val="0"/>
              </a:spcBef>
              <a:spcAft>
                <a:spcPts val="0"/>
              </a:spcAft>
              <a:buClr>
                <a:schemeClr val="dk1"/>
              </a:buClr>
              <a:buSzPts val="900"/>
              <a:buFont typeface="Familjen Grotesk"/>
              <a:buNone/>
              <a:defRPr b="1" sz="900">
                <a:solidFill>
                  <a:schemeClr val="dk1"/>
                </a:solidFill>
              </a:defRPr>
            </a:lvl8pPr>
            <a:lvl9pPr lvl="8">
              <a:spcBef>
                <a:spcPts val="0"/>
              </a:spcBef>
              <a:spcAft>
                <a:spcPts val="0"/>
              </a:spcAft>
              <a:buClr>
                <a:schemeClr val="dk1"/>
              </a:buClr>
              <a:buSzPts val="900"/>
              <a:buFont typeface="Familjen Grotesk"/>
              <a:buNone/>
              <a:defRPr b="1" sz="900">
                <a:solidFill>
                  <a:schemeClr val="dk1"/>
                </a:solidFill>
              </a:defRPr>
            </a:lvl9pPr>
          </a:lstStyle>
          <a:p/>
        </p:txBody>
      </p:sp>
      <p:sp>
        <p:nvSpPr>
          <p:cNvPr id="377" name="Google Shape;377;p45"/>
          <p:cNvSpPr txBox="1"/>
          <p:nvPr>
            <p:ph idx="13" type="subTitle"/>
          </p:nvPr>
        </p:nvSpPr>
        <p:spPr>
          <a:xfrm>
            <a:off x="4745382" y="4574475"/>
            <a:ext cx="800700" cy="2469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b="1" sz="900"/>
            </a:lvl1pPr>
            <a:lvl2pPr lvl="1">
              <a:spcBef>
                <a:spcPts val="0"/>
              </a:spcBef>
              <a:spcAft>
                <a:spcPts val="0"/>
              </a:spcAft>
              <a:buClr>
                <a:schemeClr val="dk1"/>
              </a:buClr>
              <a:buSzPts val="900"/>
              <a:buFont typeface="Familjen Grotesk"/>
              <a:buNone/>
              <a:defRPr b="1" sz="900">
                <a:solidFill>
                  <a:schemeClr val="dk1"/>
                </a:solidFill>
              </a:defRPr>
            </a:lvl2pPr>
            <a:lvl3pPr lvl="2">
              <a:spcBef>
                <a:spcPts val="0"/>
              </a:spcBef>
              <a:spcAft>
                <a:spcPts val="0"/>
              </a:spcAft>
              <a:buClr>
                <a:schemeClr val="dk1"/>
              </a:buClr>
              <a:buSzPts val="900"/>
              <a:buFont typeface="Familjen Grotesk"/>
              <a:buNone/>
              <a:defRPr b="1" sz="900">
                <a:solidFill>
                  <a:schemeClr val="dk1"/>
                </a:solidFill>
              </a:defRPr>
            </a:lvl3pPr>
            <a:lvl4pPr lvl="3">
              <a:spcBef>
                <a:spcPts val="0"/>
              </a:spcBef>
              <a:spcAft>
                <a:spcPts val="0"/>
              </a:spcAft>
              <a:buClr>
                <a:schemeClr val="dk1"/>
              </a:buClr>
              <a:buSzPts val="900"/>
              <a:buFont typeface="Familjen Grotesk"/>
              <a:buNone/>
              <a:defRPr b="1" sz="900">
                <a:solidFill>
                  <a:schemeClr val="dk1"/>
                </a:solidFill>
              </a:defRPr>
            </a:lvl4pPr>
            <a:lvl5pPr lvl="4">
              <a:spcBef>
                <a:spcPts val="0"/>
              </a:spcBef>
              <a:spcAft>
                <a:spcPts val="0"/>
              </a:spcAft>
              <a:buClr>
                <a:schemeClr val="dk1"/>
              </a:buClr>
              <a:buSzPts val="900"/>
              <a:buFont typeface="Familjen Grotesk"/>
              <a:buNone/>
              <a:defRPr b="1" sz="900">
                <a:solidFill>
                  <a:schemeClr val="dk1"/>
                </a:solidFill>
              </a:defRPr>
            </a:lvl5pPr>
            <a:lvl6pPr lvl="5">
              <a:spcBef>
                <a:spcPts val="0"/>
              </a:spcBef>
              <a:spcAft>
                <a:spcPts val="0"/>
              </a:spcAft>
              <a:buClr>
                <a:schemeClr val="dk1"/>
              </a:buClr>
              <a:buSzPts val="900"/>
              <a:buFont typeface="Familjen Grotesk"/>
              <a:buNone/>
              <a:defRPr b="1" sz="900">
                <a:solidFill>
                  <a:schemeClr val="dk1"/>
                </a:solidFill>
              </a:defRPr>
            </a:lvl6pPr>
            <a:lvl7pPr lvl="6">
              <a:spcBef>
                <a:spcPts val="0"/>
              </a:spcBef>
              <a:spcAft>
                <a:spcPts val="0"/>
              </a:spcAft>
              <a:buClr>
                <a:schemeClr val="dk1"/>
              </a:buClr>
              <a:buSzPts val="900"/>
              <a:buFont typeface="Familjen Grotesk"/>
              <a:buNone/>
              <a:defRPr b="1" sz="900">
                <a:solidFill>
                  <a:schemeClr val="dk1"/>
                </a:solidFill>
              </a:defRPr>
            </a:lvl7pPr>
            <a:lvl8pPr lvl="7">
              <a:spcBef>
                <a:spcPts val="0"/>
              </a:spcBef>
              <a:spcAft>
                <a:spcPts val="0"/>
              </a:spcAft>
              <a:buClr>
                <a:schemeClr val="dk1"/>
              </a:buClr>
              <a:buSzPts val="900"/>
              <a:buFont typeface="Familjen Grotesk"/>
              <a:buNone/>
              <a:defRPr b="1" sz="900">
                <a:solidFill>
                  <a:schemeClr val="dk1"/>
                </a:solidFill>
              </a:defRPr>
            </a:lvl8pPr>
            <a:lvl9pPr lvl="8">
              <a:spcBef>
                <a:spcPts val="0"/>
              </a:spcBef>
              <a:spcAft>
                <a:spcPts val="0"/>
              </a:spcAft>
              <a:buClr>
                <a:schemeClr val="dk1"/>
              </a:buClr>
              <a:buSzPts val="900"/>
              <a:buFont typeface="Familjen Grotesk"/>
              <a:buNone/>
              <a:defRPr b="1" sz="900">
                <a:solidFill>
                  <a:schemeClr val="dk1"/>
                </a:solidFill>
              </a:defRPr>
            </a:lvl9pPr>
          </a:lstStyle>
          <a:p/>
        </p:txBody>
      </p:sp>
      <p:sp>
        <p:nvSpPr>
          <p:cNvPr id="378" name="Google Shape;378;p45"/>
          <p:cNvSpPr txBox="1"/>
          <p:nvPr>
            <p:ph idx="14" type="subTitle"/>
          </p:nvPr>
        </p:nvSpPr>
        <p:spPr>
          <a:xfrm>
            <a:off x="6290585" y="4574475"/>
            <a:ext cx="800700" cy="2469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b="1" sz="900"/>
            </a:lvl1pPr>
            <a:lvl2pPr lvl="1">
              <a:spcBef>
                <a:spcPts val="0"/>
              </a:spcBef>
              <a:spcAft>
                <a:spcPts val="0"/>
              </a:spcAft>
              <a:buClr>
                <a:schemeClr val="dk1"/>
              </a:buClr>
              <a:buSzPts val="900"/>
              <a:buFont typeface="Familjen Grotesk"/>
              <a:buNone/>
              <a:defRPr b="1" sz="900">
                <a:solidFill>
                  <a:schemeClr val="dk1"/>
                </a:solidFill>
              </a:defRPr>
            </a:lvl2pPr>
            <a:lvl3pPr lvl="2">
              <a:spcBef>
                <a:spcPts val="0"/>
              </a:spcBef>
              <a:spcAft>
                <a:spcPts val="0"/>
              </a:spcAft>
              <a:buClr>
                <a:schemeClr val="dk1"/>
              </a:buClr>
              <a:buSzPts val="900"/>
              <a:buFont typeface="Familjen Grotesk"/>
              <a:buNone/>
              <a:defRPr b="1" sz="900">
                <a:solidFill>
                  <a:schemeClr val="dk1"/>
                </a:solidFill>
              </a:defRPr>
            </a:lvl3pPr>
            <a:lvl4pPr lvl="3">
              <a:spcBef>
                <a:spcPts val="0"/>
              </a:spcBef>
              <a:spcAft>
                <a:spcPts val="0"/>
              </a:spcAft>
              <a:buClr>
                <a:schemeClr val="dk1"/>
              </a:buClr>
              <a:buSzPts val="900"/>
              <a:buFont typeface="Familjen Grotesk"/>
              <a:buNone/>
              <a:defRPr b="1" sz="900">
                <a:solidFill>
                  <a:schemeClr val="dk1"/>
                </a:solidFill>
              </a:defRPr>
            </a:lvl4pPr>
            <a:lvl5pPr lvl="4">
              <a:spcBef>
                <a:spcPts val="0"/>
              </a:spcBef>
              <a:spcAft>
                <a:spcPts val="0"/>
              </a:spcAft>
              <a:buClr>
                <a:schemeClr val="dk1"/>
              </a:buClr>
              <a:buSzPts val="900"/>
              <a:buFont typeface="Familjen Grotesk"/>
              <a:buNone/>
              <a:defRPr b="1" sz="900">
                <a:solidFill>
                  <a:schemeClr val="dk1"/>
                </a:solidFill>
              </a:defRPr>
            </a:lvl5pPr>
            <a:lvl6pPr lvl="5">
              <a:spcBef>
                <a:spcPts val="0"/>
              </a:spcBef>
              <a:spcAft>
                <a:spcPts val="0"/>
              </a:spcAft>
              <a:buClr>
                <a:schemeClr val="dk1"/>
              </a:buClr>
              <a:buSzPts val="900"/>
              <a:buFont typeface="Familjen Grotesk"/>
              <a:buNone/>
              <a:defRPr b="1" sz="900">
                <a:solidFill>
                  <a:schemeClr val="dk1"/>
                </a:solidFill>
              </a:defRPr>
            </a:lvl6pPr>
            <a:lvl7pPr lvl="6">
              <a:spcBef>
                <a:spcPts val="0"/>
              </a:spcBef>
              <a:spcAft>
                <a:spcPts val="0"/>
              </a:spcAft>
              <a:buClr>
                <a:schemeClr val="dk1"/>
              </a:buClr>
              <a:buSzPts val="900"/>
              <a:buFont typeface="Familjen Grotesk"/>
              <a:buNone/>
              <a:defRPr b="1" sz="900">
                <a:solidFill>
                  <a:schemeClr val="dk1"/>
                </a:solidFill>
              </a:defRPr>
            </a:lvl7pPr>
            <a:lvl8pPr lvl="7">
              <a:spcBef>
                <a:spcPts val="0"/>
              </a:spcBef>
              <a:spcAft>
                <a:spcPts val="0"/>
              </a:spcAft>
              <a:buClr>
                <a:schemeClr val="dk1"/>
              </a:buClr>
              <a:buSzPts val="900"/>
              <a:buFont typeface="Familjen Grotesk"/>
              <a:buNone/>
              <a:defRPr b="1" sz="900">
                <a:solidFill>
                  <a:schemeClr val="dk1"/>
                </a:solidFill>
              </a:defRPr>
            </a:lvl8pPr>
            <a:lvl9pPr lvl="8">
              <a:spcBef>
                <a:spcPts val="0"/>
              </a:spcBef>
              <a:spcAft>
                <a:spcPts val="0"/>
              </a:spcAft>
              <a:buClr>
                <a:schemeClr val="dk1"/>
              </a:buClr>
              <a:buSzPts val="900"/>
              <a:buFont typeface="Familjen Grotesk"/>
              <a:buNone/>
              <a:defRPr b="1" sz="900">
                <a:solidFill>
                  <a:schemeClr val="dk1"/>
                </a:solidFill>
              </a:defRPr>
            </a:lvl9pPr>
          </a:lstStyle>
          <a:p/>
        </p:txBody>
      </p:sp>
      <p:sp>
        <p:nvSpPr>
          <p:cNvPr id="379" name="Google Shape;379;p45"/>
          <p:cNvSpPr txBox="1"/>
          <p:nvPr>
            <p:ph idx="15" type="subTitle"/>
          </p:nvPr>
        </p:nvSpPr>
        <p:spPr>
          <a:xfrm>
            <a:off x="7839538" y="4574475"/>
            <a:ext cx="800700" cy="2469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b="1" sz="900"/>
            </a:lvl1pPr>
            <a:lvl2pPr lvl="1">
              <a:spcBef>
                <a:spcPts val="0"/>
              </a:spcBef>
              <a:spcAft>
                <a:spcPts val="0"/>
              </a:spcAft>
              <a:buClr>
                <a:schemeClr val="dk1"/>
              </a:buClr>
              <a:buSzPts val="900"/>
              <a:buFont typeface="Familjen Grotesk"/>
              <a:buNone/>
              <a:defRPr b="1" sz="900">
                <a:solidFill>
                  <a:schemeClr val="dk1"/>
                </a:solidFill>
              </a:defRPr>
            </a:lvl2pPr>
            <a:lvl3pPr lvl="2">
              <a:spcBef>
                <a:spcPts val="0"/>
              </a:spcBef>
              <a:spcAft>
                <a:spcPts val="0"/>
              </a:spcAft>
              <a:buClr>
                <a:schemeClr val="dk1"/>
              </a:buClr>
              <a:buSzPts val="900"/>
              <a:buFont typeface="Familjen Grotesk"/>
              <a:buNone/>
              <a:defRPr b="1" sz="900">
                <a:solidFill>
                  <a:schemeClr val="dk1"/>
                </a:solidFill>
              </a:defRPr>
            </a:lvl3pPr>
            <a:lvl4pPr lvl="3">
              <a:spcBef>
                <a:spcPts val="0"/>
              </a:spcBef>
              <a:spcAft>
                <a:spcPts val="0"/>
              </a:spcAft>
              <a:buClr>
                <a:schemeClr val="dk1"/>
              </a:buClr>
              <a:buSzPts val="900"/>
              <a:buFont typeface="Familjen Grotesk"/>
              <a:buNone/>
              <a:defRPr b="1" sz="900">
                <a:solidFill>
                  <a:schemeClr val="dk1"/>
                </a:solidFill>
              </a:defRPr>
            </a:lvl4pPr>
            <a:lvl5pPr lvl="4">
              <a:spcBef>
                <a:spcPts val="0"/>
              </a:spcBef>
              <a:spcAft>
                <a:spcPts val="0"/>
              </a:spcAft>
              <a:buClr>
                <a:schemeClr val="dk1"/>
              </a:buClr>
              <a:buSzPts val="900"/>
              <a:buFont typeface="Familjen Grotesk"/>
              <a:buNone/>
              <a:defRPr b="1" sz="900">
                <a:solidFill>
                  <a:schemeClr val="dk1"/>
                </a:solidFill>
              </a:defRPr>
            </a:lvl5pPr>
            <a:lvl6pPr lvl="5">
              <a:spcBef>
                <a:spcPts val="0"/>
              </a:spcBef>
              <a:spcAft>
                <a:spcPts val="0"/>
              </a:spcAft>
              <a:buClr>
                <a:schemeClr val="dk1"/>
              </a:buClr>
              <a:buSzPts val="900"/>
              <a:buFont typeface="Familjen Grotesk"/>
              <a:buNone/>
              <a:defRPr b="1" sz="900">
                <a:solidFill>
                  <a:schemeClr val="dk1"/>
                </a:solidFill>
              </a:defRPr>
            </a:lvl6pPr>
            <a:lvl7pPr lvl="6">
              <a:spcBef>
                <a:spcPts val="0"/>
              </a:spcBef>
              <a:spcAft>
                <a:spcPts val="0"/>
              </a:spcAft>
              <a:buClr>
                <a:schemeClr val="dk1"/>
              </a:buClr>
              <a:buSzPts val="900"/>
              <a:buFont typeface="Familjen Grotesk"/>
              <a:buNone/>
              <a:defRPr b="1" sz="900">
                <a:solidFill>
                  <a:schemeClr val="dk1"/>
                </a:solidFill>
              </a:defRPr>
            </a:lvl7pPr>
            <a:lvl8pPr lvl="7">
              <a:spcBef>
                <a:spcPts val="0"/>
              </a:spcBef>
              <a:spcAft>
                <a:spcPts val="0"/>
              </a:spcAft>
              <a:buClr>
                <a:schemeClr val="dk1"/>
              </a:buClr>
              <a:buSzPts val="900"/>
              <a:buFont typeface="Familjen Grotesk"/>
              <a:buNone/>
              <a:defRPr b="1" sz="900">
                <a:solidFill>
                  <a:schemeClr val="dk1"/>
                </a:solidFill>
              </a:defRPr>
            </a:lvl8pPr>
            <a:lvl9pPr lvl="8">
              <a:spcBef>
                <a:spcPts val="0"/>
              </a:spcBef>
              <a:spcAft>
                <a:spcPts val="0"/>
              </a:spcAft>
              <a:buClr>
                <a:schemeClr val="dk1"/>
              </a:buClr>
              <a:buSzPts val="900"/>
              <a:buFont typeface="Familjen Grotesk"/>
              <a:buNone/>
              <a:defRPr b="1" sz="900">
                <a:solidFill>
                  <a:schemeClr val="dk1"/>
                </a:solidFill>
              </a:defRPr>
            </a:lvl9pPr>
          </a:lstStyle>
          <a:p/>
        </p:txBody>
      </p:sp>
    </p:spTree>
  </p:cSld>
  <p:clrMapOvr>
    <a:masterClrMapping/>
  </p:clrMapOvr>
  <p:extLst>
    <p:ext uri="{DCECCB84-F9BA-43D5-87BE-67443E8EF086}">
      <p15:sldGuideLst>
        <p15:guide id="1" pos="180">
          <p15:clr>
            <a:srgbClr val="FA7B17"/>
          </p15:clr>
        </p15:guide>
        <p15:guide id="2" pos="2790">
          <p15:clr>
            <a:srgbClr val="FA7B17"/>
          </p15:clr>
        </p15:guide>
        <p15:guide id="3" pos="2970">
          <p15:clr>
            <a:srgbClr val="FA7B17"/>
          </p15:clr>
        </p15:guide>
        <p15:guide id="4" pos="5580">
          <p15:clr>
            <a:srgbClr val="FA7B17"/>
          </p15:clr>
        </p15:guide>
        <p15:guide id="5" orient="horz" pos="180">
          <p15:clr>
            <a:srgbClr val="FA7B17"/>
          </p15:clr>
        </p15:guide>
        <p15:guide id="6" orient="horz" pos="2790">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ney Stats">
  <p:cSld name="CUSTOM_1_2_2_1">
    <p:bg>
      <p:bgPr>
        <a:solidFill>
          <a:schemeClr val="lt1"/>
        </a:solidFill>
      </p:bgPr>
    </p:bg>
    <p:spTree>
      <p:nvGrpSpPr>
        <p:cNvPr id="380" name="Shape 380"/>
        <p:cNvGrpSpPr/>
        <p:nvPr/>
      </p:nvGrpSpPr>
      <p:grpSpPr>
        <a:xfrm>
          <a:off x="0" y="0"/>
          <a:ext cx="0" cy="0"/>
          <a:chOff x="0" y="0"/>
          <a:chExt cx="0" cy="0"/>
        </a:xfrm>
      </p:grpSpPr>
      <p:sp>
        <p:nvSpPr>
          <p:cNvPr id="381" name="Google Shape;381;p46"/>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82" name="Google Shape;382;p46"/>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383" name="Google Shape;383;p46"/>
          <p:cNvSpPr txBox="1"/>
          <p:nvPr>
            <p:ph type="title"/>
          </p:nvPr>
        </p:nvSpPr>
        <p:spPr>
          <a:xfrm>
            <a:off x="73152" y="335300"/>
            <a:ext cx="88848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600"/>
              <a:buNone/>
              <a:defRPr sz="5600">
                <a:solidFill>
                  <a:schemeClr val="accent2"/>
                </a:solidFill>
              </a:defRPr>
            </a:lvl2pPr>
            <a:lvl3pPr lvl="2">
              <a:lnSpc>
                <a:spcPct val="65000"/>
              </a:lnSpc>
              <a:spcBef>
                <a:spcPts val="0"/>
              </a:spcBef>
              <a:spcAft>
                <a:spcPts val="0"/>
              </a:spcAft>
              <a:buClr>
                <a:schemeClr val="accent2"/>
              </a:buClr>
              <a:buSzPts val="5600"/>
              <a:buNone/>
              <a:defRPr sz="5600">
                <a:solidFill>
                  <a:schemeClr val="accent2"/>
                </a:solidFill>
              </a:defRPr>
            </a:lvl3pPr>
            <a:lvl4pPr lvl="3">
              <a:lnSpc>
                <a:spcPct val="65000"/>
              </a:lnSpc>
              <a:spcBef>
                <a:spcPts val="0"/>
              </a:spcBef>
              <a:spcAft>
                <a:spcPts val="0"/>
              </a:spcAft>
              <a:buClr>
                <a:schemeClr val="accent2"/>
              </a:buClr>
              <a:buSzPts val="5600"/>
              <a:buNone/>
              <a:defRPr sz="5600">
                <a:solidFill>
                  <a:schemeClr val="accent2"/>
                </a:solidFill>
              </a:defRPr>
            </a:lvl4pPr>
            <a:lvl5pPr lvl="4">
              <a:lnSpc>
                <a:spcPct val="65000"/>
              </a:lnSpc>
              <a:spcBef>
                <a:spcPts val="0"/>
              </a:spcBef>
              <a:spcAft>
                <a:spcPts val="0"/>
              </a:spcAft>
              <a:buClr>
                <a:schemeClr val="accent2"/>
              </a:buClr>
              <a:buSzPts val="5600"/>
              <a:buNone/>
              <a:defRPr sz="5600">
                <a:solidFill>
                  <a:schemeClr val="accent2"/>
                </a:solidFill>
              </a:defRPr>
            </a:lvl5pPr>
            <a:lvl6pPr lvl="5">
              <a:lnSpc>
                <a:spcPct val="65000"/>
              </a:lnSpc>
              <a:spcBef>
                <a:spcPts val="0"/>
              </a:spcBef>
              <a:spcAft>
                <a:spcPts val="0"/>
              </a:spcAft>
              <a:buClr>
                <a:schemeClr val="accent2"/>
              </a:buClr>
              <a:buSzPts val="5600"/>
              <a:buNone/>
              <a:defRPr sz="5600">
                <a:solidFill>
                  <a:schemeClr val="accent2"/>
                </a:solidFill>
              </a:defRPr>
            </a:lvl6pPr>
            <a:lvl7pPr lvl="6">
              <a:lnSpc>
                <a:spcPct val="65000"/>
              </a:lnSpc>
              <a:spcBef>
                <a:spcPts val="0"/>
              </a:spcBef>
              <a:spcAft>
                <a:spcPts val="0"/>
              </a:spcAft>
              <a:buClr>
                <a:schemeClr val="accent2"/>
              </a:buClr>
              <a:buSzPts val="5600"/>
              <a:buNone/>
              <a:defRPr sz="5600">
                <a:solidFill>
                  <a:schemeClr val="accent2"/>
                </a:solidFill>
              </a:defRPr>
            </a:lvl7pPr>
            <a:lvl8pPr lvl="7">
              <a:lnSpc>
                <a:spcPct val="65000"/>
              </a:lnSpc>
              <a:spcBef>
                <a:spcPts val="0"/>
              </a:spcBef>
              <a:spcAft>
                <a:spcPts val="0"/>
              </a:spcAft>
              <a:buClr>
                <a:schemeClr val="accent2"/>
              </a:buClr>
              <a:buSzPts val="5600"/>
              <a:buNone/>
              <a:defRPr sz="5600">
                <a:solidFill>
                  <a:schemeClr val="accent2"/>
                </a:solidFill>
              </a:defRPr>
            </a:lvl8pPr>
            <a:lvl9pPr lvl="8">
              <a:lnSpc>
                <a:spcPct val="65000"/>
              </a:lnSpc>
              <a:spcBef>
                <a:spcPts val="0"/>
              </a:spcBef>
              <a:spcAft>
                <a:spcPts val="0"/>
              </a:spcAft>
              <a:buClr>
                <a:schemeClr val="accent2"/>
              </a:buClr>
              <a:buSzPts val="5600"/>
              <a:buNone/>
              <a:defRPr sz="5600">
                <a:solidFill>
                  <a:schemeClr val="accent2"/>
                </a:solidFill>
              </a:defRPr>
            </a:lvl9pPr>
          </a:lstStyle>
          <a:p/>
        </p:txBody>
      </p:sp>
      <p:sp>
        <p:nvSpPr>
          <p:cNvPr id="384" name="Google Shape;384;p46"/>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385" name="Google Shape;385;p46"/>
          <p:cNvSpPr txBox="1"/>
          <p:nvPr>
            <p:ph idx="3" type="subTitle"/>
          </p:nvPr>
        </p:nvSpPr>
        <p:spPr>
          <a:xfrm>
            <a:off x="302250" y="2300325"/>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86" name="Google Shape;386;p46"/>
          <p:cNvSpPr txBox="1"/>
          <p:nvPr>
            <p:ph idx="4" type="body"/>
          </p:nvPr>
        </p:nvSpPr>
        <p:spPr>
          <a:xfrm>
            <a:off x="2731051" y="2300325"/>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7" name="Google Shape;387;p46"/>
          <p:cNvSpPr txBox="1"/>
          <p:nvPr>
            <p:ph idx="5" type="subTitle"/>
          </p:nvPr>
        </p:nvSpPr>
        <p:spPr>
          <a:xfrm>
            <a:off x="302250" y="3355938"/>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88" name="Google Shape;388;p46"/>
          <p:cNvSpPr txBox="1"/>
          <p:nvPr>
            <p:ph idx="6" type="body"/>
          </p:nvPr>
        </p:nvSpPr>
        <p:spPr>
          <a:xfrm>
            <a:off x="2731051" y="3355938"/>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9" name="Google Shape;389;p46"/>
          <p:cNvSpPr txBox="1"/>
          <p:nvPr>
            <p:ph idx="7" type="subTitle"/>
          </p:nvPr>
        </p:nvSpPr>
        <p:spPr>
          <a:xfrm>
            <a:off x="302250" y="4411563"/>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90" name="Google Shape;390;p46"/>
          <p:cNvSpPr txBox="1"/>
          <p:nvPr>
            <p:ph idx="8" type="body"/>
          </p:nvPr>
        </p:nvSpPr>
        <p:spPr>
          <a:xfrm>
            <a:off x="2731051" y="4411563"/>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1" name="Google Shape;391;p46"/>
          <p:cNvSpPr txBox="1"/>
          <p:nvPr>
            <p:ph idx="9" type="subTitle"/>
          </p:nvPr>
        </p:nvSpPr>
        <p:spPr>
          <a:xfrm>
            <a:off x="4731600" y="2300325"/>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92" name="Google Shape;392;p46"/>
          <p:cNvSpPr txBox="1"/>
          <p:nvPr>
            <p:ph idx="13" type="body"/>
          </p:nvPr>
        </p:nvSpPr>
        <p:spPr>
          <a:xfrm>
            <a:off x="7160401" y="2300325"/>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3" name="Google Shape;393;p46"/>
          <p:cNvSpPr txBox="1"/>
          <p:nvPr>
            <p:ph idx="14" type="subTitle"/>
          </p:nvPr>
        </p:nvSpPr>
        <p:spPr>
          <a:xfrm>
            <a:off x="4731600" y="3355938"/>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94" name="Google Shape;394;p46"/>
          <p:cNvSpPr txBox="1"/>
          <p:nvPr>
            <p:ph idx="15" type="body"/>
          </p:nvPr>
        </p:nvSpPr>
        <p:spPr>
          <a:xfrm>
            <a:off x="7160401" y="3355938"/>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5" name="Google Shape;395;p46"/>
          <p:cNvSpPr txBox="1"/>
          <p:nvPr>
            <p:ph idx="16" type="subTitle"/>
          </p:nvPr>
        </p:nvSpPr>
        <p:spPr>
          <a:xfrm>
            <a:off x="4731600" y="4411563"/>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96" name="Google Shape;396;p46"/>
          <p:cNvSpPr txBox="1"/>
          <p:nvPr>
            <p:ph idx="17" type="body"/>
          </p:nvPr>
        </p:nvSpPr>
        <p:spPr>
          <a:xfrm>
            <a:off x="7160401" y="4411563"/>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down" showMasterSp="0">
  <p:cSld name="Title Slide">
    <p:bg>
      <p:bgPr>
        <a:solidFill>
          <a:schemeClr val="lt1"/>
        </a:solidFill>
      </p:bgPr>
    </p:bg>
    <p:spTree>
      <p:nvGrpSpPr>
        <p:cNvPr id="397" name="Shape 397"/>
        <p:cNvGrpSpPr/>
        <p:nvPr/>
      </p:nvGrpSpPr>
      <p:grpSpPr>
        <a:xfrm>
          <a:off x="0" y="0"/>
          <a:ext cx="0" cy="0"/>
          <a:chOff x="0" y="0"/>
          <a:chExt cx="0" cy="0"/>
        </a:xfrm>
      </p:grpSpPr>
      <p:sp>
        <p:nvSpPr>
          <p:cNvPr id="398" name="Google Shape;398;p47"/>
          <p:cNvSpPr txBox="1"/>
          <p:nvPr/>
        </p:nvSpPr>
        <p:spPr>
          <a:xfrm>
            <a:off x="7222297" y="4866750"/>
            <a:ext cx="1678200" cy="151200"/>
          </a:xfrm>
          <a:prstGeom prst="rect">
            <a:avLst/>
          </a:prstGeom>
          <a:noFill/>
          <a:ln>
            <a:noFill/>
          </a:ln>
        </p:spPr>
        <p:txBody>
          <a:bodyPr anchorCtr="0" anchor="t" bIns="57150" lIns="57150" spcFirstLastPara="1" rIns="57150" wrap="square" tIns="57150">
            <a:noAutofit/>
          </a:bodyPr>
          <a:lstStyle/>
          <a:p>
            <a:pPr indent="0" lvl="0" marL="0" rtl="0" algn="l">
              <a:lnSpc>
                <a:spcPct val="140000"/>
              </a:lnSpc>
              <a:spcBef>
                <a:spcPts val="0"/>
              </a:spcBef>
              <a:spcAft>
                <a:spcPts val="0"/>
              </a:spcAft>
              <a:buClr>
                <a:srgbClr val="000000"/>
              </a:buClr>
              <a:buSzPts val="700"/>
              <a:buFont typeface="Arial"/>
              <a:buNone/>
            </a:pPr>
            <a:r>
              <a:rPr lang="en" sz="500">
                <a:solidFill>
                  <a:schemeClr val="dk2"/>
                </a:solidFill>
                <a:latin typeface="Familjen Grotesk Medium"/>
                <a:ea typeface="Familjen Grotesk Medium"/>
                <a:cs typeface="Familjen Grotesk Medium"/>
                <a:sym typeface="Familjen Grotesk Medium"/>
              </a:rPr>
              <a:t>Google_logo </a:t>
            </a:r>
            <a:r>
              <a:rPr lang="en" sz="400">
                <a:solidFill>
                  <a:schemeClr val="dk2"/>
                </a:solidFill>
                <a:latin typeface="Familjen Grotesk Medium"/>
                <a:ea typeface="Familjen Grotesk Medium"/>
                <a:cs typeface="Familjen Grotesk Medium"/>
                <a:sym typeface="Familjen Grotesk Medium"/>
              </a:rPr>
              <a:t> 2021   </a:t>
            </a:r>
            <a:r>
              <a:rPr lang="en" sz="400">
                <a:solidFill>
                  <a:schemeClr val="dk2"/>
                </a:solidFill>
                <a:latin typeface="Familjen Grotesk"/>
                <a:ea typeface="Familjen Grotesk"/>
                <a:cs typeface="Familjen Grotesk"/>
                <a:sym typeface="Familjen Grotesk"/>
              </a:rPr>
              <a:t> |    </a:t>
            </a:r>
            <a:r>
              <a:rPr lang="en" sz="400">
                <a:solidFill>
                  <a:schemeClr val="dk2"/>
                </a:solidFill>
                <a:latin typeface="Familjen Grotesk Medium"/>
                <a:ea typeface="Familjen Grotesk Medium"/>
                <a:cs typeface="Familjen Grotesk Medium"/>
                <a:sym typeface="Familjen Grotesk Medium"/>
              </a:rPr>
              <a:t>Confidential and Proprietary  pg. </a:t>
            </a:r>
            <a:fld id="{00000000-1234-1234-1234-123412341234}" type="slidenum">
              <a:rPr lang="en" sz="400">
                <a:solidFill>
                  <a:schemeClr val="dk2"/>
                </a:solidFill>
                <a:latin typeface="Familjen Grotesk Medium"/>
                <a:ea typeface="Familjen Grotesk Medium"/>
                <a:cs typeface="Familjen Grotesk Medium"/>
                <a:sym typeface="Familjen Grotesk Medium"/>
              </a:rPr>
              <a:t>‹#›</a:t>
            </a:fld>
            <a:endParaRPr sz="400">
              <a:solidFill>
                <a:schemeClr val="dk2"/>
              </a:solidFill>
              <a:latin typeface="Familjen Grotesk Medium"/>
              <a:ea typeface="Familjen Grotesk Medium"/>
              <a:cs typeface="Familjen Grotesk Medium"/>
              <a:sym typeface="Familjen Grotesk Medium"/>
            </a:endParaRPr>
          </a:p>
        </p:txBody>
      </p:sp>
      <p:sp>
        <p:nvSpPr>
          <p:cNvPr id="399" name="Google Shape;399;p47"/>
          <p:cNvSpPr txBox="1"/>
          <p:nvPr>
            <p:ph idx="12" type="sldNum"/>
          </p:nvPr>
        </p:nvSpPr>
        <p:spPr>
          <a:xfrm>
            <a:off x="8556784" y="4749851"/>
            <a:ext cx="548700" cy="384900"/>
          </a:xfrm>
          <a:prstGeom prst="rect">
            <a:avLst/>
          </a:prstGeom>
        </p:spPr>
        <p:txBody>
          <a:bodyPr anchorCtr="0" anchor="t" bIns="91425" lIns="91425" spcFirstLastPara="1" rIns="91425" wrap="square" tIns="91425">
            <a:spAutoFit/>
          </a:bodyPr>
          <a:lstStyle>
            <a:lvl1pPr lvl="0">
              <a:buNone/>
              <a:defRPr sz="1300">
                <a:latin typeface="Spectral"/>
                <a:ea typeface="Spectral"/>
                <a:cs typeface="Spectral"/>
                <a:sym typeface="Spectral"/>
              </a:defRPr>
            </a:lvl1pPr>
            <a:lvl2pPr lvl="1">
              <a:buNone/>
              <a:defRPr sz="1300">
                <a:latin typeface="Spectral"/>
                <a:ea typeface="Spectral"/>
                <a:cs typeface="Spectral"/>
                <a:sym typeface="Spectral"/>
              </a:defRPr>
            </a:lvl2pPr>
            <a:lvl3pPr lvl="2">
              <a:buNone/>
              <a:defRPr sz="1300">
                <a:latin typeface="Spectral"/>
                <a:ea typeface="Spectral"/>
                <a:cs typeface="Spectral"/>
                <a:sym typeface="Spectral"/>
              </a:defRPr>
            </a:lvl3pPr>
            <a:lvl4pPr lvl="3">
              <a:buNone/>
              <a:defRPr sz="1300">
                <a:latin typeface="Spectral"/>
                <a:ea typeface="Spectral"/>
                <a:cs typeface="Spectral"/>
                <a:sym typeface="Spectral"/>
              </a:defRPr>
            </a:lvl4pPr>
            <a:lvl5pPr lvl="4">
              <a:buNone/>
              <a:defRPr sz="1300">
                <a:latin typeface="Spectral"/>
                <a:ea typeface="Spectral"/>
                <a:cs typeface="Spectral"/>
                <a:sym typeface="Spectral"/>
              </a:defRPr>
            </a:lvl5pPr>
            <a:lvl6pPr lvl="5">
              <a:buNone/>
              <a:defRPr sz="1300">
                <a:latin typeface="Spectral"/>
                <a:ea typeface="Spectral"/>
                <a:cs typeface="Spectral"/>
                <a:sym typeface="Spectral"/>
              </a:defRPr>
            </a:lvl6pPr>
            <a:lvl7pPr lvl="6">
              <a:buNone/>
              <a:defRPr sz="1300">
                <a:latin typeface="Spectral"/>
                <a:ea typeface="Spectral"/>
                <a:cs typeface="Spectral"/>
                <a:sym typeface="Spectral"/>
              </a:defRPr>
            </a:lvl7pPr>
            <a:lvl8pPr lvl="7">
              <a:buNone/>
              <a:defRPr sz="1300">
                <a:latin typeface="Spectral"/>
                <a:ea typeface="Spectral"/>
                <a:cs typeface="Spectral"/>
                <a:sym typeface="Spectral"/>
              </a:defRPr>
            </a:lvl8pPr>
            <a:lvl9pPr lvl="8">
              <a:buNone/>
              <a:defRPr sz="1300">
                <a:latin typeface="Spectral"/>
                <a:ea typeface="Spectral"/>
                <a:cs typeface="Spectral"/>
                <a:sym typeface="Spectral"/>
              </a:defRPr>
            </a:lvl9pPr>
          </a:lstStyle>
          <a:p>
            <a:pPr indent="0" lvl="0" marL="0" rtl="0" algn="l">
              <a:spcBef>
                <a:spcPts val="0"/>
              </a:spcBef>
              <a:spcAft>
                <a:spcPts val="0"/>
              </a:spcAft>
              <a:buNone/>
            </a:pPr>
            <a:fld id="{00000000-1234-1234-1234-123412341234}" type="slidenum">
              <a:rPr lang="en"/>
              <a:t>‹#›</a:t>
            </a:fld>
            <a:endParaRPr/>
          </a:p>
        </p:txBody>
      </p:sp>
      <p:sp>
        <p:nvSpPr>
          <p:cNvPr id="400" name="Google Shape;400;p47"/>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01" name="Google Shape;401;p47"/>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02" name="Google Shape;402;p47"/>
          <p:cNvSpPr txBox="1"/>
          <p:nvPr>
            <p:ph idx="3"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03" name="Google Shape;403;p47"/>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sp>
        <p:nvSpPr>
          <p:cNvPr id="404" name="Google Shape;404;p47"/>
          <p:cNvSpPr txBox="1"/>
          <p:nvPr>
            <p:ph idx="4"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p:cSld name="CUSTOM_2_1_1">
    <p:spTree>
      <p:nvGrpSpPr>
        <p:cNvPr id="405" name="Shape 405"/>
        <p:cNvGrpSpPr/>
        <p:nvPr/>
      </p:nvGrpSpPr>
      <p:grpSpPr>
        <a:xfrm>
          <a:off x="0" y="0"/>
          <a:ext cx="0" cy="0"/>
          <a:chOff x="0" y="0"/>
          <a:chExt cx="0" cy="0"/>
        </a:xfrm>
      </p:grpSpPr>
      <p:sp>
        <p:nvSpPr>
          <p:cNvPr id="406" name="Google Shape;406;p48"/>
          <p:cNvSpPr txBox="1"/>
          <p:nvPr>
            <p:ph idx="1" type="subTitle"/>
          </p:nvPr>
        </p:nvSpPr>
        <p:spPr>
          <a:xfrm>
            <a:off x="3933400"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07" name="Google Shape;407;p48"/>
          <p:cNvSpPr txBox="1"/>
          <p:nvPr>
            <p:ph idx="2" type="subTitle"/>
          </p:nvPr>
        </p:nvSpPr>
        <p:spPr>
          <a:xfrm>
            <a:off x="5174505"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08" name="Google Shape;408;p48"/>
          <p:cNvSpPr txBox="1"/>
          <p:nvPr>
            <p:ph idx="3" type="subTitle"/>
          </p:nvPr>
        </p:nvSpPr>
        <p:spPr>
          <a:xfrm>
            <a:off x="2692294"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09" name="Google Shape;409;p48"/>
          <p:cNvSpPr txBox="1"/>
          <p:nvPr>
            <p:ph idx="4" type="subTitle"/>
          </p:nvPr>
        </p:nvSpPr>
        <p:spPr>
          <a:xfrm>
            <a:off x="1454986"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10" name="Google Shape;410;p48"/>
          <p:cNvSpPr txBox="1"/>
          <p:nvPr>
            <p:ph idx="5" type="subTitle"/>
          </p:nvPr>
        </p:nvSpPr>
        <p:spPr>
          <a:xfrm>
            <a:off x="206286"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11" name="Google Shape;411;p48"/>
          <p:cNvSpPr txBox="1"/>
          <p:nvPr>
            <p:ph idx="6" type="subTitle"/>
          </p:nvPr>
        </p:nvSpPr>
        <p:spPr>
          <a:xfrm>
            <a:off x="6412959"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12" name="Google Shape;412;p48"/>
          <p:cNvSpPr txBox="1"/>
          <p:nvPr>
            <p:ph idx="7" type="subTitle"/>
          </p:nvPr>
        </p:nvSpPr>
        <p:spPr>
          <a:xfrm>
            <a:off x="7651409"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grpSp>
        <p:nvGrpSpPr>
          <p:cNvPr id="413" name="Google Shape;413;p48"/>
          <p:cNvGrpSpPr/>
          <p:nvPr/>
        </p:nvGrpSpPr>
        <p:grpSpPr>
          <a:xfrm>
            <a:off x="234275" y="1193325"/>
            <a:ext cx="8682900" cy="3704625"/>
            <a:chOff x="234275" y="1193325"/>
            <a:chExt cx="8682900" cy="3704625"/>
          </a:xfrm>
        </p:grpSpPr>
        <p:cxnSp>
          <p:nvCxnSpPr>
            <p:cNvPr id="414" name="Google Shape;414;p48"/>
            <p:cNvCxnSpPr/>
            <p:nvPr/>
          </p:nvCxnSpPr>
          <p:spPr>
            <a:xfrm>
              <a:off x="234275" y="4008300"/>
              <a:ext cx="8682900" cy="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48"/>
            <p:cNvCxnSpPr/>
            <p:nvPr/>
          </p:nvCxnSpPr>
          <p:spPr>
            <a:xfrm>
              <a:off x="234275" y="3045563"/>
              <a:ext cx="8682900" cy="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48"/>
            <p:cNvCxnSpPr/>
            <p:nvPr/>
          </p:nvCxnSpPr>
          <p:spPr>
            <a:xfrm>
              <a:off x="234275" y="2082825"/>
              <a:ext cx="8682900" cy="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48"/>
            <p:cNvCxnSpPr/>
            <p:nvPr/>
          </p:nvCxnSpPr>
          <p:spPr>
            <a:xfrm>
              <a:off x="1474000" y="1193550"/>
              <a:ext cx="0" cy="370440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48"/>
            <p:cNvCxnSpPr/>
            <p:nvPr/>
          </p:nvCxnSpPr>
          <p:spPr>
            <a:xfrm>
              <a:off x="2713200" y="1193550"/>
              <a:ext cx="0" cy="370440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48"/>
            <p:cNvCxnSpPr/>
            <p:nvPr/>
          </p:nvCxnSpPr>
          <p:spPr>
            <a:xfrm>
              <a:off x="3952400" y="1193550"/>
              <a:ext cx="0" cy="370440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48"/>
            <p:cNvCxnSpPr/>
            <p:nvPr/>
          </p:nvCxnSpPr>
          <p:spPr>
            <a:xfrm>
              <a:off x="5191600" y="1193550"/>
              <a:ext cx="0" cy="370440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48"/>
            <p:cNvCxnSpPr/>
            <p:nvPr/>
          </p:nvCxnSpPr>
          <p:spPr>
            <a:xfrm>
              <a:off x="6430800" y="1193550"/>
              <a:ext cx="0" cy="37044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48"/>
            <p:cNvCxnSpPr/>
            <p:nvPr/>
          </p:nvCxnSpPr>
          <p:spPr>
            <a:xfrm>
              <a:off x="7670000" y="1193550"/>
              <a:ext cx="0" cy="3704400"/>
            </a:xfrm>
            <a:prstGeom prst="straightConnector1">
              <a:avLst/>
            </a:prstGeom>
            <a:noFill/>
            <a:ln cap="flat" cmpd="sng" w="9525">
              <a:solidFill>
                <a:schemeClr val="dk2"/>
              </a:solidFill>
              <a:prstDash val="solid"/>
              <a:round/>
              <a:headEnd len="med" w="med" type="none"/>
              <a:tailEnd len="med" w="med" type="none"/>
            </a:ln>
          </p:spPr>
        </p:cxnSp>
        <p:sp>
          <p:nvSpPr>
            <p:cNvPr id="423" name="Google Shape;423;p48"/>
            <p:cNvSpPr/>
            <p:nvPr/>
          </p:nvSpPr>
          <p:spPr>
            <a:xfrm>
              <a:off x="234275" y="1193325"/>
              <a:ext cx="8675450" cy="3704450"/>
            </a:xfrm>
            <a:custGeom>
              <a:rect b="b" l="l" r="r" t="t"/>
              <a:pathLst>
                <a:path extrusionOk="0" h="148178" w="347018">
                  <a:moveTo>
                    <a:pt x="0" y="0"/>
                  </a:moveTo>
                  <a:lnTo>
                    <a:pt x="0" y="148178"/>
                  </a:lnTo>
                  <a:lnTo>
                    <a:pt x="347018" y="148178"/>
                  </a:lnTo>
                </a:path>
              </a:pathLst>
            </a:custGeom>
            <a:noFill/>
            <a:ln cap="flat" cmpd="sng" w="9525">
              <a:solidFill>
                <a:schemeClr val="accent2"/>
              </a:solidFill>
              <a:prstDash val="solid"/>
              <a:round/>
              <a:headEnd len="med" w="med" type="none"/>
              <a:tailEnd len="med" w="med" type="none"/>
            </a:ln>
          </p:spPr>
        </p:sp>
      </p:grpSp>
      <p:sp>
        <p:nvSpPr>
          <p:cNvPr id="424" name="Google Shape;424;p48"/>
          <p:cNvSpPr txBox="1"/>
          <p:nvPr>
            <p:ph idx="8"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25" name="Google Shape;425;p48"/>
          <p:cNvSpPr txBox="1"/>
          <p:nvPr>
            <p:ph idx="9"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26" name="Google Shape;426;p48"/>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27" name="Google Shape;427;p48"/>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sp>
        <p:nvSpPr>
          <p:cNvPr id="428" name="Google Shape;428;p48"/>
          <p:cNvSpPr txBox="1"/>
          <p:nvPr>
            <p:ph idx="13"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429" name="Google Shape;429;p48"/>
          <p:cNvSpPr txBox="1"/>
          <p:nvPr>
            <p:ph idx="14" type="subTitle"/>
          </p:nvPr>
        </p:nvSpPr>
        <p:spPr>
          <a:xfrm>
            <a:off x="207975" y="1803028"/>
            <a:ext cx="539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30" name="Google Shape;430;p48"/>
          <p:cNvSpPr txBox="1"/>
          <p:nvPr>
            <p:ph idx="15" type="subTitle"/>
          </p:nvPr>
        </p:nvSpPr>
        <p:spPr>
          <a:xfrm>
            <a:off x="207975" y="2765045"/>
            <a:ext cx="539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31" name="Google Shape;431;p48"/>
          <p:cNvSpPr txBox="1"/>
          <p:nvPr>
            <p:ph idx="16" type="subTitle"/>
          </p:nvPr>
        </p:nvSpPr>
        <p:spPr>
          <a:xfrm>
            <a:off x="207975" y="3743075"/>
            <a:ext cx="539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enses">
  <p:cSld name="CUSTOM_2_1_1_1">
    <p:spTree>
      <p:nvGrpSpPr>
        <p:cNvPr id="432" name="Shape 432"/>
        <p:cNvGrpSpPr/>
        <p:nvPr/>
      </p:nvGrpSpPr>
      <p:grpSpPr>
        <a:xfrm>
          <a:off x="0" y="0"/>
          <a:ext cx="0" cy="0"/>
          <a:chOff x="0" y="0"/>
          <a:chExt cx="0" cy="0"/>
        </a:xfrm>
      </p:grpSpPr>
      <p:sp>
        <p:nvSpPr>
          <p:cNvPr id="433" name="Google Shape;433;p49"/>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34" name="Google Shape;434;p49"/>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35" name="Google Shape;435;p49"/>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36" name="Google Shape;436;p49"/>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sp>
        <p:nvSpPr>
          <p:cNvPr id="437" name="Google Shape;437;p49"/>
          <p:cNvSpPr txBox="1"/>
          <p:nvPr>
            <p:ph idx="3"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p:cSld name="CUSTOM_1_2">
    <p:bg>
      <p:bgPr>
        <a:solidFill>
          <a:schemeClr val="lt1"/>
        </a:solidFill>
      </p:bgPr>
    </p:bg>
    <p:spTree>
      <p:nvGrpSpPr>
        <p:cNvPr id="438" name="Shape 438"/>
        <p:cNvGrpSpPr/>
        <p:nvPr/>
      </p:nvGrpSpPr>
      <p:grpSpPr>
        <a:xfrm>
          <a:off x="0" y="0"/>
          <a:ext cx="0" cy="0"/>
          <a:chOff x="0" y="0"/>
          <a:chExt cx="0" cy="0"/>
        </a:xfrm>
      </p:grpSpPr>
      <p:sp>
        <p:nvSpPr>
          <p:cNvPr id="439" name="Google Shape;439;p50"/>
          <p:cNvSpPr/>
          <p:nvPr/>
        </p:nvSpPr>
        <p:spPr>
          <a:xfrm>
            <a:off x="4572125" y="-25"/>
            <a:ext cx="4572000" cy="1233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40" name="Google Shape;440;p50"/>
          <p:cNvSpPr/>
          <p:nvPr/>
        </p:nvSpPr>
        <p:spPr>
          <a:xfrm>
            <a:off x="-75" y="-25"/>
            <a:ext cx="4572000" cy="35313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41" name="Google Shape;441;p50"/>
          <p:cNvSpPr/>
          <p:nvPr/>
        </p:nvSpPr>
        <p:spPr>
          <a:xfrm>
            <a:off x="4572025" y="1234025"/>
            <a:ext cx="4572000" cy="3909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t/>
            </a:r>
            <a:endParaRPr sz="9600">
              <a:solidFill>
                <a:srgbClr val="3C3D36"/>
              </a:solidFill>
              <a:latin typeface="Familjen Grotesk"/>
              <a:ea typeface="Familjen Grotesk"/>
              <a:cs typeface="Familjen Grotesk"/>
              <a:sym typeface="Familjen Grotesk"/>
            </a:endParaRPr>
          </a:p>
        </p:txBody>
      </p:sp>
      <p:sp>
        <p:nvSpPr>
          <p:cNvPr id="442" name="Google Shape;442;p50"/>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43" name="Google Shape;443;p50"/>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44" name="Google Shape;444;p50"/>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45" name="Google Shape;445;p50"/>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600"/>
              <a:buNone/>
              <a:defRPr sz="5600"/>
            </a:lvl2pPr>
            <a:lvl3pPr lvl="2">
              <a:lnSpc>
                <a:spcPct val="65000"/>
              </a:lnSpc>
              <a:spcBef>
                <a:spcPts val="0"/>
              </a:spcBef>
              <a:spcAft>
                <a:spcPts val="0"/>
              </a:spcAft>
              <a:buSzPts val="5600"/>
              <a:buNone/>
              <a:defRPr sz="5600"/>
            </a:lvl3pPr>
            <a:lvl4pPr lvl="3">
              <a:lnSpc>
                <a:spcPct val="65000"/>
              </a:lnSpc>
              <a:spcBef>
                <a:spcPts val="0"/>
              </a:spcBef>
              <a:spcAft>
                <a:spcPts val="0"/>
              </a:spcAft>
              <a:buSzPts val="5600"/>
              <a:buNone/>
              <a:defRPr sz="5600"/>
            </a:lvl4pPr>
            <a:lvl5pPr lvl="4">
              <a:lnSpc>
                <a:spcPct val="65000"/>
              </a:lnSpc>
              <a:spcBef>
                <a:spcPts val="0"/>
              </a:spcBef>
              <a:spcAft>
                <a:spcPts val="0"/>
              </a:spcAft>
              <a:buSzPts val="5600"/>
              <a:buNone/>
              <a:defRPr sz="5600"/>
            </a:lvl5pPr>
            <a:lvl6pPr lvl="5">
              <a:lnSpc>
                <a:spcPct val="65000"/>
              </a:lnSpc>
              <a:spcBef>
                <a:spcPts val="0"/>
              </a:spcBef>
              <a:spcAft>
                <a:spcPts val="0"/>
              </a:spcAft>
              <a:buSzPts val="5600"/>
              <a:buNone/>
              <a:defRPr sz="5600"/>
            </a:lvl6pPr>
            <a:lvl7pPr lvl="6">
              <a:lnSpc>
                <a:spcPct val="65000"/>
              </a:lnSpc>
              <a:spcBef>
                <a:spcPts val="0"/>
              </a:spcBef>
              <a:spcAft>
                <a:spcPts val="0"/>
              </a:spcAft>
              <a:buSzPts val="5600"/>
              <a:buNone/>
              <a:defRPr sz="5600"/>
            </a:lvl7pPr>
            <a:lvl8pPr lvl="7">
              <a:lnSpc>
                <a:spcPct val="65000"/>
              </a:lnSpc>
              <a:spcBef>
                <a:spcPts val="0"/>
              </a:spcBef>
              <a:spcAft>
                <a:spcPts val="0"/>
              </a:spcAft>
              <a:buSzPts val="5600"/>
              <a:buNone/>
              <a:defRPr sz="5600"/>
            </a:lvl8pPr>
            <a:lvl9pPr lvl="8">
              <a:lnSpc>
                <a:spcPct val="65000"/>
              </a:lnSpc>
              <a:spcBef>
                <a:spcPts val="0"/>
              </a:spcBef>
              <a:spcAft>
                <a:spcPts val="0"/>
              </a:spcAft>
              <a:buSzPts val="5600"/>
              <a:buNone/>
              <a:defRPr sz="5600"/>
            </a:lvl9pPr>
          </a:lstStyle>
          <a:p/>
        </p:txBody>
      </p:sp>
      <p:sp>
        <p:nvSpPr>
          <p:cNvPr id="446" name="Google Shape;446;p50"/>
          <p:cNvSpPr txBox="1"/>
          <p:nvPr>
            <p:ph idx="3" type="body"/>
          </p:nvPr>
        </p:nvSpPr>
        <p:spPr>
          <a:xfrm>
            <a:off x="201875" y="1328225"/>
            <a:ext cx="2888700" cy="18537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447" name="Google Shape;447;p50"/>
          <p:cNvSpPr/>
          <p:nvPr/>
        </p:nvSpPr>
        <p:spPr>
          <a:xfrm>
            <a:off x="-75" y="3531275"/>
            <a:ext cx="4572000" cy="161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48" name="Google Shape;448;p50"/>
          <p:cNvSpPr txBox="1"/>
          <p:nvPr>
            <p:ph idx="4" type="title"/>
          </p:nvPr>
        </p:nvSpPr>
        <p:spPr>
          <a:xfrm>
            <a:off x="1775" y="3706500"/>
            <a:ext cx="45720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9600"/>
              <a:buNone/>
              <a:defRPr sz="9600"/>
            </a:lvl1pPr>
            <a:lvl2pPr lvl="1">
              <a:lnSpc>
                <a:spcPct val="65000"/>
              </a:lnSpc>
              <a:spcBef>
                <a:spcPts val="0"/>
              </a:spcBef>
              <a:spcAft>
                <a:spcPts val="0"/>
              </a:spcAft>
              <a:buSzPts val="9600"/>
              <a:buNone/>
              <a:defRPr sz="9600"/>
            </a:lvl2pPr>
            <a:lvl3pPr lvl="2">
              <a:lnSpc>
                <a:spcPct val="65000"/>
              </a:lnSpc>
              <a:spcBef>
                <a:spcPts val="0"/>
              </a:spcBef>
              <a:spcAft>
                <a:spcPts val="0"/>
              </a:spcAft>
              <a:buSzPts val="9600"/>
              <a:buNone/>
              <a:defRPr sz="9600"/>
            </a:lvl3pPr>
            <a:lvl4pPr lvl="3">
              <a:lnSpc>
                <a:spcPct val="65000"/>
              </a:lnSpc>
              <a:spcBef>
                <a:spcPts val="0"/>
              </a:spcBef>
              <a:spcAft>
                <a:spcPts val="0"/>
              </a:spcAft>
              <a:buSzPts val="9600"/>
              <a:buNone/>
              <a:defRPr sz="9600"/>
            </a:lvl4pPr>
            <a:lvl5pPr lvl="4">
              <a:lnSpc>
                <a:spcPct val="65000"/>
              </a:lnSpc>
              <a:spcBef>
                <a:spcPts val="0"/>
              </a:spcBef>
              <a:spcAft>
                <a:spcPts val="0"/>
              </a:spcAft>
              <a:buSzPts val="9600"/>
              <a:buNone/>
              <a:defRPr sz="9600"/>
            </a:lvl5pPr>
            <a:lvl6pPr lvl="5">
              <a:lnSpc>
                <a:spcPct val="65000"/>
              </a:lnSpc>
              <a:spcBef>
                <a:spcPts val="0"/>
              </a:spcBef>
              <a:spcAft>
                <a:spcPts val="0"/>
              </a:spcAft>
              <a:buSzPts val="9600"/>
              <a:buNone/>
              <a:defRPr sz="9600"/>
            </a:lvl6pPr>
            <a:lvl7pPr lvl="6">
              <a:lnSpc>
                <a:spcPct val="65000"/>
              </a:lnSpc>
              <a:spcBef>
                <a:spcPts val="0"/>
              </a:spcBef>
              <a:spcAft>
                <a:spcPts val="0"/>
              </a:spcAft>
              <a:buSzPts val="9600"/>
              <a:buNone/>
              <a:defRPr sz="9600"/>
            </a:lvl7pPr>
            <a:lvl8pPr lvl="7">
              <a:lnSpc>
                <a:spcPct val="65000"/>
              </a:lnSpc>
              <a:spcBef>
                <a:spcPts val="0"/>
              </a:spcBef>
              <a:spcAft>
                <a:spcPts val="0"/>
              </a:spcAft>
              <a:buSzPts val="9600"/>
              <a:buNone/>
              <a:defRPr sz="9600"/>
            </a:lvl8pPr>
            <a:lvl9pPr lvl="8">
              <a:lnSpc>
                <a:spcPct val="65000"/>
              </a:lnSpc>
              <a:spcBef>
                <a:spcPts val="0"/>
              </a:spcBef>
              <a:spcAft>
                <a:spcPts val="0"/>
              </a:spcAft>
              <a:buSzPts val="9600"/>
              <a:buNone/>
              <a:defRPr sz="9600"/>
            </a:lvl9pPr>
          </a:lstStyle>
          <a:p/>
        </p:txBody>
      </p:sp>
      <p:sp>
        <p:nvSpPr>
          <p:cNvPr id="449" name="Google Shape;449;p50"/>
          <p:cNvSpPr txBox="1"/>
          <p:nvPr>
            <p:ph idx="5" type="title"/>
          </p:nvPr>
        </p:nvSpPr>
        <p:spPr>
          <a:xfrm>
            <a:off x="4572025" y="1410802"/>
            <a:ext cx="45720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9600"/>
              <a:buNone/>
              <a:defRPr sz="9600"/>
            </a:lvl1pPr>
            <a:lvl2pPr lvl="1">
              <a:lnSpc>
                <a:spcPct val="65000"/>
              </a:lnSpc>
              <a:spcBef>
                <a:spcPts val="0"/>
              </a:spcBef>
              <a:spcAft>
                <a:spcPts val="0"/>
              </a:spcAft>
              <a:buSzPts val="9600"/>
              <a:buNone/>
              <a:defRPr sz="9600"/>
            </a:lvl2pPr>
            <a:lvl3pPr lvl="2">
              <a:lnSpc>
                <a:spcPct val="65000"/>
              </a:lnSpc>
              <a:spcBef>
                <a:spcPts val="0"/>
              </a:spcBef>
              <a:spcAft>
                <a:spcPts val="0"/>
              </a:spcAft>
              <a:buSzPts val="9600"/>
              <a:buNone/>
              <a:defRPr sz="9600"/>
            </a:lvl3pPr>
            <a:lvl4pPr lvl="3">
              <a:lnSpc>
                <a:spcPct val="65000"/>
              </a:lnSpc>
              <a:spcBef>
                <a:spcPts val="0"/>
              </a:spcBef>
              <a:spcAft>
                <a:spcPts val="0"/>
              </a:spcAft>
              <a:buSzPts val="9600"/>
              <a:buNone/>
              <a:defRPr sz="9600"/>
            </a:lvl4pPr>
            <a:lvl5pPr lvl="4">
              <a:lnSpc>
                <a:spcPct val="65000"/>
              </a:lnSpc>
              <a:spcBef>
                <a:spcPts val="0"/>
              </a:spcBef>
              <a:spcAft>
                <a:spcPts val="0"/>
              </a:spcAft>
              <a:buSzPts val="9600"/>
              <a:buNone/>
              <a:defRPr sz="9600"/>
            </a:lvl5pPr>
            <a:lvl6pPr lvl="5">
              <a:lnSpc>
                <a:spcPct val="65000"/>
              </a:lnSpc>
              <a:spcBef>
                <a:spcPts val="0"/>
              </a:spcBef>
              <a:spcAft>
                <a:spcPts val="0"/>
              </a:spcAft>
              <a:buSzPts val="9600"/>
              <a:buNone/>
              <a:defRPr sz="9600"/>
            </a:lvl6pPr>
            <a:lvl7pPr lvl="6">
              <a:lnSpc>
                <a:spcPct val="65000"/>
              </a:lnSpc>
              <a:spcBef>
                <a:spcPts val="0"/>
              </a:spcBef>
              <a:spcAft>
                <a:spcPts val="0"/>
              </a:spcAft>
              <a:buSzPts val="9600"/>
              <a:buNone/>
              <a:defRPr sz="9600"/>
            </a:lvl7pPr>
            <a:lvl8pPr lvl="7">
              <a:lnSpc>
                <a:spcPct val="65000"/>
              </a:lnSpc>
              <a:spcBef>
                <a:spcPts val="0"/>
              </a:spcBef>
              <a:spcAft>
                <a:spcPts val="0"/>
              </a:spcAft>
              <a:buSzPts val="9600"/>
              <a:buNone/>
              <a:defRPr sz="9600"/>
            </a:lvl8pPr>
            <a:lvl9pPr lvl="8">
              <a:lnSpc>
                <a:spcPct val="65000"/>
              </a:lnSpc>
              <a:spcBef>
                <a:spcPts val="0"/>
              </a:spcBef>
              <a:spcAft>
                <a:spcPts val="0"/>
              </a:spcAft>
              <a:buSzPts val="9600"/>
              <a:buNone/>
              <a:defRPr sz="9600"/>
            </a:lvl9pPr>
          </a:lstStyle>
          <a:p/>
        </p:txBody>
      </p:sp>
      <p:sp>
        <p:nvSpPr>
          <p:cNvPr id="450" name="Google Shape;450;p50"/>
          <p:cNvSpPr txBox="1"/>
          <p:nvPr>
            <p:ph idx="6" type="subTitle"/>
          </p:nvPr>
        </p:nvSpPr>
        <p:spPr>
          <a:xfrm>
            <a:off x="4620125" y="2279600"/>
            <a:ext cx="3623400" cy="548700"/>
          </a:xfrm>
          <a:prstGeom prst="rect">
            <a:avLst/>
          </a:prstGeom>
        </p:spPr>
        <p:txBody>
          <a:bodyPr anchorCtr="0" anchor="t" bIns="91425" lIns="91425" spcFirstLastPara="1" rIns="91425" wrap="square" tIns="91425">
            <a:noAutofit/>
          </a:bodyPr>
          <a:lstStyle>
            <a:lvl1pPr lvl="0">
              <a:spcBef>
                <a:spcPts val="0"/>
              </a:spcBef>
              <a:spcAft>
                <a:spcPts val="0"/>
              </a:spcAft>
              <a:buSzPts val="1100"/>
              <a:buNone/>
              <a:defRPr sz="1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1" name="Google Shape;451;p50"/>
          <p:cNvSpPr txBox="1"/>
          <p:nvPr>
            <p:ph idx="7" type="subTitle"/>
          </p:nvPr>
        </p:nvSpPr>
        <p:spPr>
          <a:xfrm>
            <a:off x="90675" y="4563600"/>
            <a:ext cx="2888700" cy="451500"/>
          </a:xfrm>
          <a:prstGeom prst="rect">
            <a:avLst/>
          </a:prstGeom>
        </p:spPr>
        <p:txBody>
          <a:bodyPr anchorCtr="0" anchor="t" bIns="91425" lIns="91425" spcFirstLastPara="1" rIns="91425" wrap="square" tIns="91425">
            <a:noAutofit/>
          </a:bodyPr>
          <a:lstStyle>
            <a:lvl1pPr lvl="0">
              <a:spcBef>
                <a:spcPts val="0"/>
              </a:spcBef>
              <a:spcAft>
                <a:spcPts val="0"/>
              </a:spcAft>
              <a:buSzPts val="1100"/>
              <a:buNone/>
              <a:defRPr sz="1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192">
          <p15:clr>
            <a:srgbClr val="FA7B17"/>
          </p15:clr>
        </p15:guide>
        <p15:guide id="2" orient="horz" pos="3048">
          <p15:clr>
            <a:srgbClr val="FA7B17"/>
          </p15:clr>
        </p15:guide>
        <p15:guide id="3" pos="314">
          <p15:clr>
            <a:srgbClr val="FA7B17"/>
          </p15:clr>
        </p15:guide>
        <p15:guide id="4" pos="5446">
          <p15:clr>
            <a:srgbClr val="FA7B17"/>
          </p15:clr>
        </p15:guide>
        <p15:guide id="5" pos="567">
          <p15:clr>
            <a:srgbClr val="FA7B17"/>
          </p15:clr>
        </p15:guide>
        <p15:guide id="6" pos="757">
          <p15:clr>
            <a:srgbClr val="FA7B17"/>
          </p15:clr>
        </p15:guide>
        <p15:guide id="7" pos="1011">
          <p15:clr>
            <a:srgbClr val="FA7B17"/>
          </p15:clr>
        </p15:guide>
        <p15:guide id="8" pos="1201">
          <p15:clr>
            <a:srgbClr val="FA7B17"/>
          </p15:clr>
        </p15:guide>
        <p15:guide id="9" pos="1454">
          <p15:clr>
            <a:srgbClr val="FA7B17"/>
          </p15:clr>
        </p15:guide>
        <p15:guide id="10" pos="1644">
          <p15:clr>
            <a:srgbClr val="FA7B17"/>
          </p15:clr>
        </p15:guide>
        <p15:guide id="11" pos="1898">
          <p15:clr>
            <a:srgbClr val="FA7B17"/>
          </p15:clr>
        </p15:guide>
        <p15:guide id="12" pos="2088">
          <p15:clr>
            <a:srgbClr val="FA7B17"/>
          </p15:clr>
        </p15:guide>
        <p15:guide id="13" pos="2341">
          <p15:clr>
            <a:srgbClr val="FA7B17"/>
          </p15:clr>
        </p15:guide>
        <p15:guide id="14" pos="2532">
          <p15:clr>
            <a:srgbClr val="FA7B17"/>
          </p15:clr>
        </p15:guide>
        <p15:guide id="15" pos="2785">
          <p15:clr>
            <a:srgbClr val="FA7B17"/>
          </p15:clr>
        </p15:guide>
        <p15:guide id="16" pos="2975">
          <p15:clr>
            <a:srgbClr val="FA7B17"/>
          </p15:clr>
        </p15:guide>
        <p15:guide id="17" pos="3228">
          <p15:clr>
            <a:srgbClr val="FA7B17"/>
          </p15:clr>
        </p15:guide>
        <p15:guide id="18" pos="3419">
          <p15:clr>
            <a:srgbClr val="FA7B17"/>
          </p15:clr>
        </p15:guide>
        <p15:guide id="19" pos="3672">
          <p15:clr>
            <a:srgbClr val="FA7B17"/>
          </p15:clr>
        </p15:guide>
        <p15:guide id="20" pos="3862">
          <p15:clr>
            <a:srgbClr val="FA7B17"/>
          </p15:clr>
        </p15:guide>
        <p15:guide id="21" pos="4116">
          <p15:clr>
            <a:srgbClr val="FA7B17"/>
          </p15:clr>
        </p15:guide>
        <p15:guide id="22" pos="4306">
          <p15:clr>
            <a:srgbClr val="FA7B17"/>
          </p15:clr>
        </p15:guide>
        <p15:guide id="23" pos="4559">
          <p15:clr>
            <a:srgbClr val="FA7B17"/>
          </p15:clr>
        </p15:guide>
        <p15:guide id="24" pos="4749">
          <p15:clr>
            <a:srgbClr val="FA7B17"/>
          </p15:clr>
        </p15:guide>
        <p15:guide id="25" pos="5003">
          <p15:clr>
            <a:srgbClr val="FA7B17"/>
          </p15:clr>
        </p15:guide>
        <p15:guide id="26" pos="5193">
          <p15:clr>
            <a:srgbClr val="FA7B17"/>
          </p15:clr>
        </p15:guide>
        <p15:guide id="27" orient="horz" pos="837">
          <p15:clr>
            <a:srgbClr val="FA7B17"/>
          </p15:clr>
        </p15:guide>
        <p15:guide id="28" orient="horz" pos="2312">
          <p15:clr>
            <a:srgbClr val="FA7B17"/>
          </p15:clr>
        </p15:guide>
        <p15:guide id="29" orient="horz" pos="2405">
          <p15:clr>
            <a:srgbClr val="FA7B17"/>
          </p15:clr>
        </p15:guide>
        <p15:guide id="30" orient="horz" pos="929">
          <p15:clr>
            <a:srgbClr val="FA7B17"/>
          </p15:clr>
        </p15:guide>
        <p15:guide id="31" orient="horz" pos="1574">
          <p15:clr>
            <a:srgbClr val="FA7B17"/>
          </p15:clr>
        </p15:guide>
        <p15:guide id="32" orient="horz" pos="1666">
          <p15:clr>
            <a:srgbClr val="FA7B17"/>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amping Up">
  <p:cSld name="TITLE_1_1_1">
    <p:spTree>
      <p:nvGrpSpPr>
        <p:cNvPr id="452" name="Shape 452"/>
        <p:cNvGrpSpPr/>
        <p:nvPr/>
      </p:nvGrpSpPr>
      <p:grpSpPr>
        <a:xfrm>
          <a:off x="0" y="0"/>
          <a:ext cx="0" cy="0"/>
          <a:chOff x="0" y="0"/>
          <a:chExt cx="0" cy="0"/>
        </a:xfrm>
      </p:grpSpPr>
      <p:sp>
        <p:nvSpPr>
          <p:cNvPr id="453" name="Google Shape;453;p51"/>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54" name="Google Shape;454;p51"/>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55" name="Google Shape;455;p51"/>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56" name="Google Shape;456;p51"/>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erarchy">
  <p:cSld name="CUSTOM_4">
    <p:bg>
      <p:bgPr>
        <a:solidFill>
          <a:schemeClr val="lt2"/>
        </a:solidFill>
      </p:bgPr>
    </p:bg>
    <p:spTree>
      <p:nvGrpSpPr>
        <p:cNvPr id="457" name="Shape 457"/>
        <p:cNvGrpSpPr/>
        <p:nvPr/>
      </p:nvGrpSpPr>
      <p:grpSpPr>
        <a:xfrm>
          <a:off x="0" y="0"/>
          <a:ext cx="0" cy="0"/>
          <a:chOff x="0" y="0"/>
          <a:chExt cx="0" cy="0"/>
        </a:xfrm>
      </p:grpSpPr>
      <p:sp>
        <p:nvSpPr>
          <p:cNvPr id="458" name="Google Shape;458;p52"/>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59" name="Google Shape;459;p52"/>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60" name="Google Shape;460;p52"/>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61" name="Google Shape;461;p52"/>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462" name="Google Shape;462;p52"/>
          <p:cNvSpPr txBox="1"/>
          <p:nvPr>
            <p:ph idx="3"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ing">
  <p:cSld name="CUSTOM_2_1_1_1_1_1_1_1">
    <p:bg>
      <p:bgPr>
        <a:solidFill>
          <a:schemeClr val="lt1"/>
        </a:solidFill>
      </p:bgPr>
    </p:bg>
    <p:spTree>
      <p:nvGrpSpPr>
        <p:cNvPr id="463" name="Shape 463"/>
        <p:cNvGrpSpPr/>
        <p:nvPr/>
      </p:nvGrpSpPr>
      <p:grpSpPr>
        <a:xfrm>
          <a:off x="0" y="0"/>
          <a:ext cx="0" cy="0"/>
          <a:chOff x="0" y="0"/>
          <a:chExt cx="0" cy="0"/>
        </a:xfrm>
      </p:grpSpPr>
      <p:sp>
        <p:nvSpPr>
          <p:cNvPr id="464" name="Google Shape;464;p53"/>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65" name="Google Shape;465;p53"/>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66" name="Google Shape;466;p53"/>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67" name="Google Shape;467;p53"/>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468" name="Google Shape;468;p53"/>
          <p:cNvSpPr txBox="1"/>
          <p:nvPr>
            <p:ph idx="3" type="subTitle"/>
          </p:nvPr>
        </p:nvSpPr>
        <p:spPr>
          <a:xfrm>
            <a:off x="5799441" y="1594150"/>
            <a:ext cx="2616000" cy="276000"/>
          </a:xfrm>
          <a:prstGeom prst="rect">
            <a:avLst/>
          </a:prstGeom>
        </p:spPr>
        <p:txBody>
          <a:bodyPr anchorCtr="0" anchor="t" bIns="0" lIns="0" spcFirstLastPara="1" rIns="0" wrap="square" tIns="0">
            <a:noAutofit/>
          </a:bodyPr>
          <a:lstStyle>
            <a:lvl1pPr lvl="0">
              <a:spcBef>
                <a:spcPts val="0"/>
              </a:spcBef>
              <a:spcAft>
                <a:spcPts val="0"/>
              </a:spcAft>
              <a:buSzPts val="1800"/>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9" name="Google Shape;469;p53"/>
          <p:cNvSpPr txBox="1"/>
          <p:nvPr>
            <p:ph idx="4" type="body"/>
          </p:nvPr>
        </p:nvSpPr>
        <p:spPr>
          <a:xfrm>
            <a:off x="5799450" y="2143800"/>
            <a:ext cx="2992800" cy="14967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tlook">
  <p:cSld name="TITLE_2_1_1_1">
    <p:bg>
      <p:bgPr>
        <a:solidFill>
          <a:schemeClr val="dk1"/>
        </a:solidFill>
      </p:bgPr>
    </p:bg>
    <p:spTree>
      <p:nvGrpSpPr>
        <p:cNvPr id="470" name="Shape 470"/>
        <p:cNvGrpSpPr/>
        <p:nvPr/>
      </p:nvGrpSpPr>
      <p:grpSpPr>
        <a:xfrm>
          <a:off x="0" y="0"/>
          <a:ext cx="0" cy="0"/>
          <a:chOff x="0" y="0"/>
          <a:chExt cx="0" cy="0"/>
        </a:xfrm>
      </p:grpSpPr>
      <p:sp>
        <p:nvSpPr>
          <p:cNvPr id="471" name="Google Shape;471;p54"/>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472" name="Google Shape;472;p54"/>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Clr>
                <a:schemeClr val="lt1"/>
              </a:buClr>
              <a:buSzPts val="900"/>
              <a:buNone/>
              <a:defRPr sz="900">
                <a:solidFill>
                  <a:schemeClr val="lt1"/>
                </a:solidFill>
              </a:defRPr>
            </a:lvl1pPr>
            <a:lvl2pPr lvl="1" algn="r">
              <a:spcBef>
                <a:spcPts val="0"/>
              </a:spcBef>
              <a:spcAft>
                <a:spcPts val="0"/>
              </a:spcAft>
              <a:buClr>
                <a:schemeClr val="lt1"/>
              </a:buClr>
              <a:buSzPts val="900"/>
              <a:buFont typeface="Familjen Grotesk"/>
              <a:buNone/>
              <a:defRPr sz="900">
                <a:solidFill>
                  <a:schemeClr val="lt1"/>
                </a:solidFill>
              </a:defRPr>
            </a:lvl2pPr>
            <a:lvl3pPr lvl="2" algn="r">
              <a:spcBef>
                <a:spcPts val="0"/>
              </a:spcBef>
              <a:spcAft>
                <a:spcPts val="0"/>
              </a:spcAft>
              <a:buClr>
                <a:schemeClr val="lt1"/>
              </a:buClr>
              <a:buSzPts val="900"/>
              <a:buFont typeface="Familjen Grotesk"/>
              <a:buNone/>
              <a:defRPr sz="900">
                <a:solidFill>
                  <a:schemeClr val="lt1"/>
                </a:solidFill>
              </a:defRPr>
            </a:lvl3pPr>
            <a:lvl4pPr lvl="3" algn="r">
              <a:spcBef>
                <a:spcPts val="0"/>
              </a:spcBef>
              <a:spcAft>
                <a:spcPts val="0"/>
              </a:spcAft>
              <a:buClr>
                <a:schemeClr val="lt1"/>
              </a:buClr>
              <a:buSzPts val="900"/>
              <a:buFont typeface="Familjen Grotesk"/>
              <a:buNone/>
              <a:defRPr sz="900">
                <a:solidFill>
                  <a:schemeClr val="lt1"/>
                </a:solidFill>
              </a:defRPr>
            </a:lvl4pPr>
            <a:lvl5pPr lvl="4" algn="r">
              <a:spcBef>
                <a:spcPts val="0"/>
              </a:spcBef>
              <a:spcAft>
                <a:spcPts val="0"/>
              </a:spcAft>
              <a:buClr>
                <a:schemeClr val="lt1"/>
              </a:buClr>
              <a:buSzPts val="900"/>
              <a:buFont typeface="Familjen Grotesk"/>
              <a:buNone/>
              <a:defRPr sz="900">
                <a:solidFill>
                  <a:schemeClr val="lt1"/>
                </a:solidFill>
              </a:defRPr>
            </a:lvl5pPr>
            <a:lvl6pPr lvl="5" algn="r">
              <a:spcBef>
                <a:spcPts val="0"/>
              </a:spcBef>
              <a:spcAft>
                <a:spcPts val="0"/>
              </a:spcAft>
              <a:buClr>
                <a:schemeClr val="lt1"/>
              </a:buClr>
              <a:buSzPts val="900"/>
              <a:buFont typeface="Familjen Grotesk"/>
              <a:buNone/>
              <a:defRPr sz="900">
                <a:solidFill>
                  <a:schemeClr val="lt1"/>
                </a:solidFill>
              </a:defRPr>
            </a:lvl6pPr>
            <a:lvl7pPr lvl="6" algn="r">
              <a:spcBef>
                <a:spcPts val="0"/>
              </a:spcBef>
              <a:spcAft>
                <a:spcPts val="0"/>
              </a:spcAft>
              <a:buClr>
                <a:schemeClr val="lt1"/>
              </a:buClr>
              <a:buSzPts val="900"/>
              <a:buFont typeface="Familjen Grotesk"/>
              <a:buNone/>
              <a:defRPr sz="900">
                <a:solidFill>
                  <a:schemeClr val="lt1"/>
                </a:solidFill>
              </a:defRPr>
            </a:lvl7pPr>
            <a:lvl8pPr lvl="7" algn="r">
              <a:spcBef>
                <a:spcPts val="0"/>
              </a:spcBef>
              <a:spcAft>
                <a:spcPts val="0"/>
              </a:spcAft>
              <a:buClr>
                <a:schemeClr val="lt1"/>
              </a:buClr>
              <a:buSzPts val="900"/>
              <a:buFont typeface="Familjen Grotesk"/>
              <a:buNone/>
              <a:defRPr sz="900">
                <a:solidFill>
                  <a:schemeClr val="lt1"/>
                </a:solidFill>
              </a:defRPr>
            </a:lvl8pPr>
            <a:lvl9pPr lvl="8" algn="r">
              <a:spcBef>
                <a:spcPts val="0"/>
              </a:spcBef>
              <a:spcAft>
                <a:spcPts val="0"/>
              </a:spcAft>
              <a:buClr>
                <a:schemeClr val="lt1"/>
              </a:buClr>
              <a:buSzPts val="900"/>
              <a:buFont typeface="Familjen Grotesk"/>
              <a:buNone/>
              <a:defRPr sz="900">
                <a:solidFill>
                  <a:schemeClr val="lt1"/>
                </a:solidFill>
              </a:defRPr>
            </a:lvl9pPr>
          </a:lstStyle>
          <a:p/>
        </p:txBody>
      </p:sp>
      <p:sp>
        <p:nvSpPr>
          <p:cNvPr id="473" name="Google Shape;473;p54"/>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74" name="Google Shape;474;p54"/>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lt1"/>
              </a:buClr>
              <a:buSzPts val="5600"/>
              <a:buNone/>
              <a:defRPr sz="5600">
                <a:solidFill>
                  <a:schemeClr val="lt1"/>
                </a:solidFill>
              </a:defRPr>
            </a:lvl1pPr>
            <a:lvl2pPr lvl="1">
              <a:lnSpc>
                <a:spcPct val="65000"/>
              </a:lnSpc>
              <a:spcBef>
                <a:spcPts val="0"/>
              </a:spcBef>
              <a:spcAft>
                <a:spcPts val="0"/>
              </a:spcAft>
              <a:buClr>
                <a:schemeClr val="lt1"/>
              </a:buClr>
              <a:buSzPts val="5400"/>
              <a:buNone/>
              <a:defRPr sz="5400">
                <a:solidFill>
                  <a:schemeClr val="lt1"/>
                </a:solidFill>
              </a:defRPr>
            </a:lvl2pPr>
            <a:lvl3pPr lvl="2">
              <a:lnSpc>
                <a:spcPct val="65000"/>
              </a:lnSpc>
              <a:spcBef>
                <a:spcPts val="0"/>
              </a:spcBef>
              <a:spcAft>
                <a:spcPts val="0"/>
              </a:spcAft>
              <a:buClr>
                <a:schemeClr val="lt1"/>
              </a:buClr>
              <a:buSzPts val="5400"/>
              <a:buNone/>
              <a:defRPr sz="5400">
                <a:solidFill>
                  <a:schemeClr val="lt1"/>
                </a:solidFill>
              </a:defRPr>
            </a:lvl3pPr>
            <a:lvl4pPr lvl="3">
              <a:lnSpc>
                <a:spcPct val="65000"/>
              </a:lnSpc>
              <a:spcBef>
                <a:spcPts val="0"/>
              </a:spcBef>
              <a:spcAft>
                <a:spcPts val="0"/>
              </a:spcAft>
              <a:buClr>
                <a:schemeClr val="lt1"/>
              </a:buClr>
              <a:buSzPts val="5400"/>
              <a:buNone/>
              <a:defRPr sz="5400">
                <a:solidFill>
                  <a:schemeClr val="lt1"/>
                </a:solidFill>
              </a:defRPr>
            </a:lvl4pPr>
            <a:lvl5pPr lvl="4">
              <a:lnSpc>
                <a:spcPct val="65000"/>
              </a:lnSpc>
              <a:spcBef>
                <a:spcPts val="0"/>
              </a:spcBef>
              <a:spcAft>
                <a:spcPts val="0"/>
              </a:spcAft>
              <a:buClr>
                <a:schemeClr val="lt1"/>
              </a:buClr>
              <a:buSzPts val="5400"/>
              <a:buNone/>
              <a:defRPr sz="5400">
                <a:solidFill>
                  <a:schemeClr val="lt1"/>
                </a:solidFill>
              </a:defRPr>
            </a:lvl5pPr>
            <a:lvl6pPr lvl="5">
              <a:lnSpc>
                <a:spcPct val="65000"/>
              </a:lnSpc>
              <a:spcBef>
                <a:spcPts val="0"/>
              </a:spcBef>
              <a:spcAft>
                <a:spcPts val="0"/>
              </a:spcAft>
              <a:buClr>
                <a:schemeClr val="lt1"/>
              </a:buClr>
              <a:buSzPts val="5400"/>
              <a:buNone/>
              <a:defRPr sz="5400">
                <a:solidFill>
                  <a:schemeClr val="lt1"/>
                </a:solidFill>
              </a:defRPr>
            </a:lvl6pPr>
            <a:lvl7pPr lvl="6">
              <a:lnSpc>
                <a:spcPct val="65000"/>
              </a:lnSpc>
              <a:spcBef>
                <a:spcPts val="0"/>
              </a:spcBef>
              <a:spcAft>
                <a:spcPts val="0"/>
              </a:spcAft>
              <a:buClr>
                <a:schemeClr val="lt1"/>
              </a:buClr>
              <a:buSzPts val="5400"/>
              <a:buNone/>
              <a:defRPr sz="5400">
                <a:solidFill>
                  <a:schemeClr val="lt1"/>
                </a:solidFill>
              </a:defRPr>
            </a:lvl7pPr>
            <a:lvl8pPr lvl="7">
              <a:lnSpc>
                <a:spcPct val="65000"/>
              </a:lnSpc>
              <a:spcBef>
                <a:spcPts val="0"/>
              </a:spcBef>
              <a:spcAft>
                <a:spcPts val="0"/>
              </a:spcAft>
              <a:buClr>
                <a:schemeClr val="lt1"/>
              </a:buClr>
              <a:buSzPts val="5400"/>
              <a:buNone/>
              <a:defRPr sz="5400">
                <a:solidFill>
                  <a:schemeClr val="lt1"/>
                </a:solidFill>
              </a:defRPr>
            </a:lvl8pPr>
            <a:lvl9pPr lvl="8">
              <a:lnSpc>
                <a:spcPct val="65000"/>
              </a:lnSpc>
              <a:spcBef>
                <a:spcPts val="0"/>
              </a:spcBef>
              <a:spcAft>
                <a:spcPts val="0"/>
              </a:spcAft>
              <a:buClr>
                <a:schemeClr val="lt1"/>
              </a:buClr>
              <a:buSzPts val="5400"/>
              <a:buNone/>
              <a:defRPr sz="5400">
                <a:solidFill>
                  <a:schemeClr val="lt1"/>
                </a:solidFill>
              </a:defRPr>
            </a:lvl9pPr>
          </a:lstStyle>
          <a:p/>
        </p:txBody>
      </p:sp>
      <p:sp>
        <p:nvSpPr>
          <p:cNvPr id="475" name="Google Shape;475;p54"/>
          <p:cNvSpPr txBox="1"/>
          <p:nvPr>
            <p:ph idx="3" type="body"/>
          </p:nvPr>
        </p:nvSpPr>
        <p:spPr>
          <a:xfrm>
            <a:off x="1776150" y="1206375"/>
            <a:ext cx="4078500" cy="2514600"/>
          </a:xfrm>
          <a:prstGeom prst="rect">
            <a:avLst/>
          </a:prstGeom>
        </p:spPr>
        <p:txBody>
          <a:bodyPr anchorCtr="0" anchor="t" bIns="0" lIns="0" spcFirstLastPara="1" rIns="0" wrap="square" tIns="91425">
            <a:noAutofit/>
          </a:bodyPr>
          <a:lstStyle>
            <a:lvl1pPr indent="-317500" lvl="0" marL="457200">
              <a:spcBef>
                <a:spcPts val="0"/>
              </a:spcBef>
              <a:spcAft>
                <a:spcPts val="0"/>
              </a:spcAft>
              <a:buClr>
                <a:schemeClr val="lt1"/>
              </a:buClr>
              <a:buSzPts val="1400"/>
              <a:buChar char="●"/>
              <a:defRPr sz="1400">
                <a:solidFill>
                  <a:schemeClr val="lt1"/>
                </a:solidFill>
              </a:defRPr>
            </a:lvl1pPr>
            <a:lvl2pPr indent="-317500" lvl="1" marL="914400">
              <a:spcBef>
                <a:spcPts val="0"/>
              </a:spcBef>
              <a:spcAft>
                <a:spcPts val="0"/>
              </a:spcAft>
              <a:buClr>
                <a:schemeClr val="lt1"/>
              </a:buClr>
              <a:buSzPts val="1400"/>
              <a:buChar char="○"/>
              <a:defRPr sz="1400">
                <a:solidFill>
                  <a:schemeClr val="lt1"/>
                </a:solidFill>
              </a:defRPr>
            </a:lvl2pPr>
            <a:lvl3pPr indent="-317500" lvl="2" marL="1371600">
              <a:spcBef>
                <a:spcPts val="0"/>
              </a:spcBef>
              <a:spcAft>
                <a:spcPts val="0"/>
              </a:spcAft>
              <a:buClr>
                <a:schemeClr val="lt1"/>
              </a:buClr>
              <a:buSzPts val="1400"/>
              <a:buChar char="■"/>
              <a:defRPr sz="1400">
                <a:solidFill>
                  <a:schemeClr val="lt1"/>
                </a:solidFill>
              </a:defRPr>
            </a:lvl3pPr>
            <a:lvl4pPr indent="-317500" lvl="3" marL="1828800">
              <a:spcBef>
                <a:spcPts val="0"/>
              </a:spcBef>
              <a:spcAft>
                <a:spcPts val="0"/>
              </a:spcAft>
              <a:buClr>
                <a:schemeClr val="lt1"/>
              </a:buClr>
              <a:buSzPts val="1400"/>
              <a:buChar char="●"/>
              <a:defRPr sz="1400">
                <a:solidFill>
                  <a:schemeClr val="lt1"/>
                </a:solidFill>
              </a:defRPr>
            </a:lvl4pPr>
            <a:lvl5pPr indent="-317500" lvl="4" marL="2286000">
              <a:spcBef>
                <a:spcPts val="0"/>
              </a:spcBef>
              <a:spcAft>
                <a:spcPts val="0"/>
              </a:spcAft>
              <a:buClr>
                <a:schemeClr val="lt1"/>
              </a:buClr>
              <a:buSzPts val="1400"/>
              <a:buChar char="○"/>
              <a:defRPr sz="1400">
                <a:solidFill>
                  <a:schemeClr val="lt1"/>
                </a:solidFill>
              </a:defRPr>
            </a:lvl5pPr>
            <a:lvl6pPr indent="-317500" lvl="5" marL="2743200">
              <a:spcBef>
                <a:spcPts val="0"/>
              </a:spcBef>
              <a:spcAft>
                <a:spcPts val="0"/>
              </a:spcAft>
              <a:buClr>
                <a:schemeClr val="lt1"/>
              </a:buClr>
              <a:buSzPts val="1400"/>
              <a:buChar char="■"/>
              <a:defRPr sz="1400">
                <a:solidFill>
                  <a:schemeClr val="lt1"/>
                </a:solidFill>
              </a:defRPr>
            </a:lvl6pPr>
            <a:lvl7pPr indent="-317500" lvl="6" marL="3200400">
              <a:spcBef>
                <a:spcPts val="0"/>
              </a:spcBef>
              <a:spcAft>
                <a:spcPts val="0"/>
              </a:spcAft>
              <a:buClr>
                <a:schemeClr val="lt1"/>
              </a:buClr>
              <a:buSzPts val="1400"/>
              <a:buChar char="●"/>
              <a:defRPr sz="1400">
                <a:solidFill>
                  <a:schemeClr val="lt1"/>
                </a:solidFill>
              </a:defRPr>
            </a:lvl7pPr>
            <a:lvl8pPr indent="-317500" lvl="7" marL="3657600">
              <a:spcBef>
                <a:spcPts val="0"/>
              </a:spcBef>
              <a:spcAft>
                <a:spcPts val="0"/>
              </a:spcAft>
              <a:buClr>
                <a:schemeClr val="lt1"/>
              </a:buClr>
              <a:buSzPts val="1400"/>
              <a:buChar char="○"/>
              <a:defRPr sz="1400">
                <a:solidFill>
                  <a:schemeClr val="lt1"/>
                </a:solidFill>
              </a:defRPr>
            </a:lvl8pPr>
            <a:lvl9pPr indent="-317500" lvl="8" marL="4114800">
              <a:spcBef>
                <a:spcPts val="0"/>
              </a:spcBef>
              <a:spcAft>
                <a:spcPts val="0"/>
              </a:spcAft>
              <a:buClr>
                <a:schemeClr val="lt1"/>
              </a:buClr>
              <a:buSzPts val="1400"/>
              <a:buChar char="■"/>
              <a:defRPr sz="1400">
                <a:solidFill>
                  <a:schemeClr val="lt1"/>
                </a:solidFill>
              </a:defRPr>
            </a:lvl9pPr>
          </a:lstStyle>
          <a:p/>
        </p:txBody>
      </p:sp>
      <p:sp>
        <p:nvSpPr>
          <p:cNvPr id="476" name="Google Shape;476;p54"/>
          <p:cNvSpPr/>
          <p:nvPr>
            <p:ph idx="4" type="pic"/>
          </p:nvPr>
        </p:nvSpPr>
        <p:spPr>
          <a:xfrm>
            <a:off x="3801625" y="3595950"/>
            <a:ext cx="5342400" cy="15477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4 Column ">
  <p:cSld name="TITLE_2_1_1_1_1">
    <p:spTree>
      <p:nvGrpSpPr>
        <p:cNvPr id="477" name="Shape 477"/>
        <p:cNvGrpSpPr/>
        <p:nvPr/>
      </p:nvGrpSpPr>
      <p:grpSpPr>
        <a:xfrm>
          <a:off x="0" y="0"/>
          <a:ext cx="0" cy="0"/>
          <a:chOff x="0" y="0"/>
          <a:chExt cx="0" cy="0"/>
        </a:xfrm>
      </p:grpSpPr>
      <p:sp>
        <p:nvSpPr>
          <p:cNvPr id="478" name="Google Shape;478;p55"/>
          <p:cNvSpPr/>
          <p:nvPr/>
        </p:nvSpPr>
        <p:spPr>
          <a:xfrm>
            <a:off x="6860750" y="1226475"/>
            <a:ext cx="22896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79" name="Google Shape;479;p55"/>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80" name="Google Shape;480;p55"/>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81" name="Google Shape;481;p55"/>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82" name="Google Shape;482;p55"/>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483" name="Google Shape;483;p55"/>
          <p:cNvSpPr/>
          <p:nvPr/>
        </p:nvSpPr>
        <p:spPr>
          <a:xfrm>
            <a:off x="0" y="1226475"/>
            <a:ext cx="22896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84" name="Google Shape;484;p55"/>
          <p:cNvSpPr/>
          <p:nvPr/>
        </p:nvSpPr>
        <p:spPr>
          <a:xfrm>
            <a:off x="2289600" y="1226475"/>
            <a:ext cx="22896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85" name="Google Shape;485;p55"/>
          <p:cNvSpPr/>
          <p:nvPr/>
        </p:nvSpPr>
        <p:spPr>
          <a:xfrm>
            <a:off x="4579200" y="1226475"/>
            <a:ext cx="2289600" cy="391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86" name="Google Shape;486;p55"/>
          <p:cNvSpPr txBox="1"/>
          <p:nvPr>
            <p:ph idx="3" type="subTitle"/>
          </p:nvPr>
        </p:nvSpPr>
        <p:spPr>
          <a:xfrm>
            <a:off x="205725" y="2736600"/>
            <a:ext cx="18273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87" name="Google Shape;487;p55"/>
          <p:cNvSpPr txBox="1"/>
          <p:nvPr>
            <p:ph idx="4" type="body"/>
          </p:nvPr>
        </p:nvSpPr>
        <p:spPr>
          <a:xfrm>
            <a:off x="205700" y="3291860"/>
            <a:ext cx="18273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488" name="Google Shape;488;p55"/>
          <p:cNvSpPr txBox="1"/>
          <p:nvPr>
            <p:ph idx="5" type="subTitle"/>
          </p:nvPr>
        </p:nvSpPr>
        <p:spPr>
          <a:xfrm>
            <a:off x="2509242" y="2736625"/>
            <a:ext cx="18273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89" name="Google Shape;489;p55"/>
          <p:cNvSpPr txBox="1"/>
          <p:nvPr>
            <p:ph idx="6" type="body"/>
          </p:nvPr>
        </p:nvSpPr>
        <p:spPr>
          <a:xfrm>
            <a:off x="2509217" y="3291885"/>
            <a:ext cx="18273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490" name="Google Shape;490;p55"/>
          <p:cNvSpPr txBox="1"/>
          <p:nvPr>
            <p:ph idx="7" type="subTitle"/>
          </p:nvPr>
        </p:nvSpPr>
        <p:spPr>
          <a:xfrm>
            <a:off x="4813008" y="2736625"/>
            <a:ext cx="18273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91" name="Google Shape;491;p55"/>
          <p:cNvSpPr txBox="1"/>
          <p:nvPr>
            <p:ph idx="8" type="body"/>
          </p:nvPr>
        </p:nvSpPr>
        <p:spPr>
          <a:xfrm>
            <a:off x="4812983" y="3291885"/>
            <a:ext cx="18273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492" name="Google Shape;492;p55"/>
          <p:cNvSpPr txBox="1"/>
          <p:nvPr>
            <p:ph idx="9" type="subTitle"/>
          </p:nvPr>
        </p:nvSpPr>
        <p:spPr>
          <a:xfrm>
            <a:off x="7091930" y="2736625"/>
            <a:ext cx="18273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93" name="Google Shape;493;p55"/>
          <p:cNvSpPr txBox="1"/>
          <p:nvPr>
            <p:ph idx="13" type="body"/>
          </p:nvPr>
        </p:nvSpPr>
        <p:spPr>
          <a:xfrm>
            <a:off x="7091905" y="3291885"/>
            <a:ext cx="18273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494" name="Google Shape;494;p55"/>
          <p:cNvSpPr/>
          <p:nvPr>
            <p:ph idx="14" type="pic"/>
          </p:nvPr>
        </p:nvSpPr>
        <p:spPr>
          <a:xfrm>
            <a:off x="183850" y="1481700"/>
            <a:ext cx="994200" cy="994200"/>
          </a:xfrm>
          <a:prstGeom prst="rect">
            <a:avLst/>
          </a:prstGeom>
          <a:noFill/>
          <a:ln>
            <a:noFill/>
          </a:ln>
        </p:spPr>
      </p:sp>
      <p:sp>
        <p:nvSpPr>
          <p:cNvPr id="495" name="Google Shape;495;p55"/>
          <p:cNvSpPr/>
          <p:nvPr>
            <p:ph idx="15" type="pic"/>
          </p:nvPr>
        </p:nvSpPr>
        <p:spPr>
          <a:xfrm>
            <a:off x="2509225" y="1481700"/>
            <a:ext cx="994200" cy="994200"/>
          </a:xfrm>
          <a:prstGeom prst="rect">
            <a:avLst/>
          </a:prstGeom>
          <a:noFill/>
          <a:ln>
            <a:noFill/>
          </a:ln>
        </p:spPr>
      </p:sp>
      <p:sp>
        <p:nvSpPr>
          <p:cNvPr id="496" name="Google Shape;496;p55"/>
          <p:cNvSpPr/>
          <p:nvPr>
            <p:ph idx="16" type="pic"/>
          </p:nvPr>
        </p:nvSpPr>
        <p:spPr>
          <a:xfrm>
            <a:off x="4812975" y="1481700"/>
            <a:ext cx="994200" cy="994200"/>
          </a:xfrm>
          <a:prstGeom prst="rect">
            <a:avLst/>
          </a:prstGeom>
          <a:noFill/>
          <a:ln>
            <a:noFill/>
          </a:ln>
        </p:spPr>
      </p:sp>
      <p:sp>
        <p:nvSpPr>
          <p:cNvPr id="497" name="Google Shape;497;p55"/>
          <p:cNvSpPr/>
          <p:nvPr>
            <p:ph idx="17" type="pic"/>
          </p:nvPr>
        </p:nvSpPr>
        <p:spPr>
          <a:xfrm>
            <a:off x="7091900" y="1481700"/>
            <a:ext cx="994200" cy="9942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5 Column">
  <p:cSld name="TITLE_2_1_1_1_1_2">
    <p:spTree>
      <p:nvGrpSpPr>
        <p:cNvPr id="498" name="Shape 498"/>
        <p:cNvGrpSpPr/>
        <p:nvPr/>
      </p:nvGrpSpPr>
      <p:grpSpPr>
        <a:xfrm>
          <a:off x="0" y="0"/>
          <a:ext cx="0" cy="0"/>
          <a:chOff x="0" y="0"/>
          <a:chExt cx="0" cy="0"/>
        </a:xfrm>
      </p:grpSpPr>
      <p:sp>
        <p:nvSpPr>
          <p:cNvPr id="499" name="Google Shape;499;p56"/>
          <p:cNvSpPr/>
          <p:nvPr/>
        </p:nvSpPr>
        <p:spPr>
          <a:xfrm>
            <a:off x="0" y="1226475"/>
            <a:ext cx="18288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00" name="Google Shape;500;p56"/>
          <p:cNvSpPr/>
          <p:nvPr/>
        </p:nvSpPr>
        <p:spPr>
          <a:xfrm>
            <a:off x="1828799" y="1226475"/>
            <a:ext cx="18288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01" name="Google Shape;501;p56"/>
          <p:cNvSpPr/>
          <p:nvPr/>
        </p:nvSpPr>
        <p:spPr>
          <a:xfrm>
            <a:off x="3657599" y="1226475"/>
            <a:ext cx="1828800" cy="391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02" name="Google Shape;502;p56"/>
          <p:cNvSpPr/>
          <p:nvPr/>
        </p:nvSpPr>
        <p:spPr>
          <a:xfrm>
            <a:off x="5486408" y="1226475"/>
            <a:ext cx="18288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03" name="Google Shape;503;p56"/>
          <p:cNvSpPr/>
          <p:nvPr/>
        </p:nvSpPr>
        <p:spPr>
          <a:xfrm>
            <a:off x="7315192" y="1226475"/>
            <a:ext cx="18288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04" name="Google Shape;504;p56"/>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05" name="Google Shape;505;p56"/>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506" name="Google Shape;506;p56"/>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07" name="Google Shape;507;p56"/>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508" name="Google Shape;508;p56"/>
          <p:cNvSpPr txBox="1"/>
          <p:nvPr>
            <p:ph idx="3" type="subTitle"/>
          </p:nvPr>
        </p:nvSpPr>
        <p:spPr>
          <a:xfrm>
            <a:off x="205720" y="2508000"/>
            <a:ext cx="14262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09" name="Google Shape;509;p56"/>
          <p:cNvSpPr txBox="1"/>
          <p:nvPr>
            <p:ph idx="4" type="body"/>
          </p:nvPr>
        </p:nvSpPr>
        <p:spPr>
          <a:xfrm>
            <a:off x="205700" y="3063257"/>
            <a:ext cx="14262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10" name="Google Shape;510;p56"/>
          <p:cNvSpPr/>
          <p:nvPr>
            <p:ph idx="5" type="pic"/>
          </p:nvPr>
        </p:nvSpPr>
        <p:spPr>
          <a:xfrm>
            <a:off x="183850" y="1481700"/>
            <a:ext cx="994200" cy="994200"/>
          </a:xfrm>
          <a:prstGeom prst="rect">
            <a:avLst/>
          </a:prstGeom>
          <a:noFill/>
          <a:ln>
            <a:noFill/>
          </a:ln>
        </p:spPr>
      </p:sp>
      <p:sp>
        <p:nvSpPr>
          <p:cNvPr id="511" name="Google Shape;511;p56"/>
          <p:cNvSpPr/>
          <p:nvPr>
            <p:ph idx="6" type="pic"/>
          </p:nvPr>
        </p:nvSpPr>
        <p:spPr>
          <a:xfrm>
            <a:off x="2023222" y="1481700"/>
            <a:ext cx="994200" cy="994200"/>
          </a:xfrm>
          <a:prstGeom prst="rect">
            <a:avLst/>
          </a:prstGeom>
          <a:noFill/>
          <a:ln>
            <a:noFill/>
          </a:ln>
        </p:spPr>
      </p:sp>
      <p:sp>
        <p:nvSpPr>
          <p:cNvPr id="512" name="Google Shape;512;p56"/>
          <p:cNvSpPr/>
          <p:nvPr>
            <p:ph idx="7" type="pic"/>
          </p:nvPr>
        </p:nvSpPr>
        <p:spPr>
          <a:xfrm>
            <a:off x="3852019" y="1481700"/>
            <a:ext cx="994200" cy="994200"/>
          </a:xfrm>
          <a:prstGeom prst="rect">
            <a:avLst/>
          </a:prstGeom>
          <a:noFill/>
          <a:ln>
            <a:noFill/>
          </a:ln>
        </p:spPr>
      </p:sp>
      <p:sp>
        <p:nvSpPr>
          <p:cNvPr id="513" name="Google Shape;513;p56"/>
          <p:cNvSpPr/>
          <p:nvPr>
            <p:ph idx="8" type="pic"/>
          </p:nvPr>
        </p:nvSpPr>
        <p:spPr>
          <a:xfrm>
            <a:off x="5680816" y="1481700"/>
            <a:ext cx="994200" cy="994200"/>
          </a:xfrm>
          <a:prstGeom prst="rect">
            <a:avLst/>
          </a:prstGeom>
          <a:noFill/>
          <a:ln>
            <a:noFill/>
          </a:ln>
        </p:spPr>
      </p:sp>
      <p:sp>
        <p:nvSpPr>
          <p:cNvPr id="514" name="Google Shape;514;p56"/>
          <p:cNvSpPr/>
          <p:nvPr>
            <p:ph idx="9" type="pic"/>
          </p:nvPr>
        </p:nvSpPr>
        <p:spPr>
          <a:xfrm>
            <a:off x="7509613" y="1481700"/>
            <a:ext cx="994200" cy="994200"/>
          </a:xfrm>
          <a:prstGeom prst="rect">
            <a:avLst/>
          </a:prstGeom>
          <a:noFill/>
          <a:ln>
            <a:noFill/>
          </a:ln>
        </p:spPr>
      </p:sp>
      <p:sp>
        <p:nvSpPr>
          <p:cNvPr id="515" name="Google Shape;515;p56"/>
          <p:cNvSpPr txBox="1"/>
          <p:nvPr>
            <p:ph idx="13" type="subTitle"/>
          </p:nvPr>
        </p:nvSpPr>
        <p:spPr>
          <a:xfrm>
            <a:off x="2030107" y="2508000"/>
            <a:ext cx="14262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16" name="Google Shape;516;p56"/>
          <p:cNvSpPr txBox="1"/>
          <p:nvPr>
            <p:ph idx="14" type="body"/>
          </p:nvPr>
        </p:nvSpPr>
        <p:spPr>
          <a:xfrm>
            <a:off x="2030088" y="3063257"/>
            <a:ext cx="14262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17" name="Google Shape;517;p56"/>
          <p:cNvSpPr txBox="1"/>
          <p:nvPr>
            <p:ph idx="15" type="subTitle"/>
          </p:nvPr>
        </p:nvSpPr>
        <p:spPr>
          <a:xfrm>
            <a:off x="3858907" y="2508000"/>
            <a:ext cx="14262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18" name="Google Shape;518;p56"/>
          <p:cNvSpPr txBox="1"/>
          <p:nvPr>
            <p:ph idx="16" type="body"/>
          </p:nvPr>
        </p:nvSpPr>
        <p:spPr>
          <a:xfrm>
            <a:off x="3858888" y="3063257"/>
            <a:ext cx="14262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19" name="Google Shape;519;p56"/>
          <p:cNvSpPr txBox="1"/>
          <p:nvPr>
            <p:ph idx="17" type="subTitle"/>
          </p:nvPr>
        </p:nvSpPr>
        <p:spPr>
          <a:xfrm>
            <a:off x="5687707" y="2508000"/>
            <a:ext cx="14262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20" name="Google Shape;520;p56"/>
          <p:cNvSpPr txBox="1"/>
          <p:nvPr>
            <p:ph idx="18" type="body"/>
          </p:nvPr>
        </p:nvSpPr>
        <p:spPr>
          <a:xfrm>
            <a:off x="5687688" y="3063257"/>
            <a:ext cx="14262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21" name="Google Shape;521;p56"/>
          <p:cNvSpPr txBox="1"/>
          <p:nvPr>
            <p:ph idx="19" type="subTitle"/>
          </p:nvPr>
        </p:nvSpPr>
        <p:spPr>
          <a:xfrm>
            <a:off x="7516507" y="2508000"/>
            <a:ext cx="14262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22" name="Google Shape;522;p56"/>
          <p:cNvSpPr txBox="1"/>
          <p:nvPr>
            <p:ph idx="20" type="body"/>
          </p:nvPr>
        </p:nvSpPr>
        <p:spPr>
          <a:xfrm>
            <a:off x="7516488" y="3063257"/>
            <a:ext cx="14262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6 Column">
  <p:cSld name="TITLE_2_1_1_1_1_2_1">
    <p:spTree>
      <p:nvGrpSpPr>
        <p:cNvPr id="523" name="Shape 523"/>
        <p:cNvGrpSpPr/>
        <p:nvPr/>
      </p:nvGrpSpPr>
      <p:grpSpPr>
        <a:xfrm>
          <a:off x="0" y="0"/>
          <a:ext cx="0" cy="0"/>
          <a:chOff x="0" y="0"/>
          <a:chExt cx="0" cy="0"/>
        </a:xfrm>
      </p:grpSpPr>
      <p:sp>
        <p:nvSpPr>
          <p:cNvPr id="524" name="Google Shape;524;p57"/>
          <p:cNvSpPr/>
          <p:nvPr/>
        </p:nvSpPr>
        <p:spPr>
          <a:xfrm>
            <a:off x="0" y="1226475"/>
            <a:ext cx="15240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25" name="Google Shape;525;p57"/>
          <p:cNvSpPr/>
          <p:nvPr/>
        </p:nvSpPr>
        <p:spPr>
          <a:xfrm>
            <a:off x="1523982" y="1226475"/>
            <a:ext cx="15240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26" name="Google Shape;526;p57"/>
          <p:cNvSpPr/>
          <p:nvPr/>
        </p:nvSpPr>
        <p:spPr>
          <a:xfrm>
            <a:off x="3047964" y="1226475"/>
            <a:ext cx="1524000" cy="391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27" name="Google Shape;527;p57"/>
          <p:cNvSpPr/>
          <p:nvPr/>
        </p:nvSpPr>
        <p:spPr>
          <a:xfrm>
            <a:off x="4571955" y="1226475"/>
            <a:ext cx="15240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28" name="Google Shape;528;p57"/>
          <p:cNvSpPr/>
          <p:nvPr/>
        </p:nvSpPr>
        <p:spPr>
          <a:xfrm>
            <a:off x="6095925" y="1226475"/>
            <a:ext cx="15240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29" name="Google Shape;529;p57"/>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30" name="Google Shape;530;p57"/>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531" name="Google Shape;531;p57"/>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32" name="Google Shape;532;p57"/>
          <p:cNvSpPr txBox="1"/>
          <p:nvPr>
            <p:ph type="title"/>
          </p:nvPr>
        </p:nvSpPr>
        <p:spPr>
          <a:xfrm>
            <a:off x="73150" y="340625"/>
            <a:ext cx="8953800" cy="701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533" name="Google Shape;533;p57"/>
          <p:cNvSpPr txBox="1"/>
          <p:nvPr>
            <p:ph idx="3" type="subTitle"/>
          </p:nvPr>
        </p:nvSpPr>
        <p:spPr>
          <a:xfrm>
            <a:off x="171431"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34" name="Google Shape;534;p57"/>
          <p:cNvSpPr txBox="1"/>
          <p:nvPr>
            <p:ph idx="4" type="body"/>
          </p:nvPr>
        </p:nvSpPr>
        <p:spPr>
          <a:xfrm>
            <a:off x="171425"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35" name="Google Shape;535;p57"/>
          <p:cNvSpPr/>
          <p:nvPr>
            <p:ph idx="5" type="pic"/>
          </p:nvPr>
        </p:nvSpPr>
        <p:spPr>
          <a:xfrm>
            <a:off x="153200" y="1481700"/>
            <a:ext cx="828600" cy="828600"/>
          </a:xfrm>
          <a:prstGeom prst="rect">
            <a:avLst/>
          </a:prstGeom>
          <a:noFill/>
          <a:ln>
            <a:noFill/>
          </a:ln>
        </p:spPr>
      </p:sp>
      <p:sp>
        <p:nvSpPr>
          <p:cNvPr id="536" name="Google Shape;536;p57"/>
          <p:cNvSpPr/>
          <p:nvPr>
            <p:ph idx="6" type="pic"/>
          </p:nvPr>
        </p:nvSpPr>
        <p:spPr>
          <a:xfrm>
            <a:off x="1685996" y="1481700"/>
            <a:ext cx="828600" cy="828600"/>
          </a:xfrm>
          <a:prstGeom prst="rect">
            <a:avLst/>
          </a:prstGeom>
          <a:noFill/>
          <a:ln>
            <a:noFill/>
          </a:ln>
        </p:spPr>
      </p:sp>
      <p:sp>
        <p:nvSpPr>
          <p:cNvPr id="537" name="Google Shape;537;p57"/>
          <p:cNvSpPr/>
          <p:nvPr>
            <p:ph idx="7" type="pic"/>
          </p:nvPr>
        </p:nvSpPr>
        <p:spPr>
          <a:xfrm>
            <a:off x="3209979" y="1481700"/>
            <a:ext cx="828600" cy="828600"/>
          </a:xfrm>
          <a:prstGeom prst="rect">
            <a:avLst/>
          </a:prstGeom>
          <a:noFill/>
          <a:ln>
            <a:noFill/>
          </a:ln>
        </p:spPr>
      </p:sp>
      <p:sp>
        <p:nvSpPr>
          <p:cNvPr id="538" name="Google Shape;538;p57"/>
          <p:cNvSpPr/>
          <p:nvPr>
            <p:ph idx="8" type="pic"/>
          </p:nvPr>
        </p:nvSpPr>
        <p:spPr>
          <a:xfrm>
            <a:off x="4733963" y="1481700"/>
            <a:ext cx="828600" cy="828600"/>
          </a:xfrm>
          <a:prstGeom prst="rect">
            <a:avLst/>
          </a:prstGeom>
          <a:noFill/>
          <a:ln>
            <a:noFill/>
          </a:ln>
        </p:spPr>
      </p:sp>
      <p:sp>
        <p:nvSpPr>
          <p:cNvPr id="539" name="Google Shape;539;p57"/>
          <p:cNvSpPr/>
          <p:nvPr>
            <p:ph idx="9" type="pic"/>
          </p:nvPr>
        </p:nvSpPr>
        <p:spPr>
          <a:xfrm>
            <a:off x="6257946" y="1481700"/>
            <a:ext cx="828600" cy="828600"/>
          </a:xfrm>
          <a:prstGeom prst="rect">
            <a:avLst/>
          </a:prstGeom>
          <a:noFill/>
          <a:ln>
            <a:noFill/>
          </a:ln>
        </p:spPr>
      </p:sp>
      <p:sp>
        <p:nvSpPr>
          <p:cNvPr id="540" name="Google Shape;540;p57"/>
          <p:cNvSpPr txBox="1"/>
          <p:nvPr>
            <p:ph idx="13" type="subTitle"/>
          </p:nvPr>
        </p:nvSpPr>
        <p:spPr>
          <a:xfrm>
            <a:off x="1691737"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41" name="Google Shape;541;p57"/>
          <p:cNvSpPr txBox="1"/>
          <p:nvPr>
            <p:ph idx="14" type="body"/>
          </p:nvPr>
        </p:nvSpPr>
        <p:spPr>
          <a:xfrm>
            <a:off x="1691730"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42" name="Google Shape;542;p57"/>
          <p:cNvSpPr txBox="1"/>
          <p:nvPr>
            <p:ph idx="15" type="subTitle"/>
          </p:nvPr>
        </p:nvSpPr>
        <p:spPr>
          <a:xfrm>
            <a:off x="3215719"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43" name="Google Shape;543;p57"/>
          <p:cNvSpPr txBox="1"/>
          <p:nvPr>
            <p:ph idx="16" type="body"/>
          </p:nvPr>
        </p:nvSpPr>
        <p:spPr>
          <a:xfrm>
            <a:off x="3215712"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44" name="Google Shape;544;p57"/>
          <p:cNvSpPr txBox="1"/>
          <p:nvPr>
            <p:ph idx="17" type="subTitle"/>
          </p:nvPr>
        </p:nvSpPr>
        <p:spPr>
          <a:xfrm>
            <a:off x="4739702"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45" name="Google Shape;545;p57"/>
          <p:cNvSpPr txBox="1"/>
          <p:nvPr>
            <p:ph idx="18" type="body"/>
          </p:nvPr>
        </p:nvSpPr>
        <p:spPr>
          <a:xfrm>
            <a:off x="4739694"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46" name="Google Shape;546;p57"/>
          <p:cNvSpPr txBox="1"/>
          <p:nvPr>
            <p:ph idx="19" type="subTitle"/>
          </p:nvPr>
        </p:nvSpPr>
        <p:spPr>
          <a:xfrm>
            <a:off x="6263685"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47" name="Google Shape;547;p57"/>
          <p:cNvSpPr txBox="1"/>
          <p:nvPr>
            <p:ph idx="20" type="body"/>
          </p:nvPr>
        </p:nvSpPr>
        <p:spPr>
          <a:xfrm>
            <a:off x="6263677"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48" name="Google Shape;548;p57"/>
          <p:cNvSpPr/>
          <p:nvPr/>
        </p:nvSpPr>
        <p:spPr>
          <a:xfrm>
            <a:off x="7619949" y="1226475"/>
            <a:ext cx="1524000" cy="391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49" name="Google Shape;549;p57"/>
          <p:cNvSpPr/>
          <p:nvPr>
            <p:ph idx="21" type="pic"/>
          </p:nvPr>
        </p:nvSpPr>
        <p:spPr>
          <a:xfrm>
            <a:off x="7781973" y="1481700"/>
            <a:ext cx="828600" cy="828600"/>
          </a:xfrm>
          <a:prstGeom prst="rect">
            <a:avLst/>
          </a:prstGeom>
          <a:noFill/>
          <a:ln>
            <a:noFill/>
          </a:ln>
        </p:spPr>
      </p:sp>
      <p:sp>
        <p:nvSpPr>
          <p:cNvPr id="550" name="Google Shape;550;p57"/>
          <p:cNvSpPr txBox="1"/>
          <p:nvPr>
            <p:ph idx="22" type="subTitle"/>
          </p:nvPr>
        </p:nvSpPr>
        <p:spPr>
          <a:xfrm>
            <a:off x="7787709"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51" name="Google Shape;551;p57"/>
          <p:cNvSpPr txBox="1"/>
          <p:nvPr>
            <p:ph idx="23" type="body"/>
          </p:nvPr>
        </p:nvSpPr>
        <p:spPr>
          <a:xfrm>
            <a:off x="7787700"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3 Column">
  <p:cSld name="TITLE_2_1_1_1_1_1">
    <p:spTree>
      <p:nvGrpSpPr>
        <p:cNvPr id="552" name="Shape 552"/>
        <p:cNvGrpSpPr/>
        <p:nvPr/>
      </p:nvGrpSpPr>
      <p:grpSpPr>
        <a:xfrm>
          <a:off x="0" y="0"/>
          <a:ext cx="0" cy="0"/>
          <a:chOff x="0" y="0"/>
          <a:chExt cx="0" cy="0"/>
        </a:xfrm>
      </p:grpSpPr>
      <p:sp>
        <p:nvSpPr>
          <p:cNvPr id="553" name="Google Shape;553;p58"/>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54" name="Google Shape;554;p58"/>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555" name="Google Shape;555;p58"/>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56" name="Google Shape;556;p58"/>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557" name="Google Shape;557;p58"/>
          <p:cNvSpPr/>
          <p:nvPr/>
        </p:nvSpPr>
        <p:spPr>
          <a:xfrm>
            <a:off x="0" y="1226475"/>
            <a:ext cx="30480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58" name="Google Shape;558;p58"/>
          <p:cNvSpPr/>
          <p:nvPr/>
        </p:nvSpPr>
        <p:spPr>
          <a:xfrm>
            <a:off x="3048040" y="1226475"/>
            <a:ext cx="30480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59" name="Google Shape;559;p58"/>
          <p:cNvSpPr/>
          <p:nvPr/>
        </p:nvSpPr>
        <p:spPr>
          <a:xfrm>
            <a:off x="6096081" y="1226475"/>
            <a:ext cx="3048000" cy="391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60" name="Google Shape;560;p58"/>
          <p:cNvSpPr/>
          <p:nvPr>
            <p:ph idx="3" type="pic"/>
          </p:nvPr>
        </p:nvSpPr>
        <p:spPr>
          <a:xfrm>
            <a:off x="183850" y="1481700"/>
            <a:ext cx="994200" cy="994200"/>
          </a:xfrm>
          <a:prstGeom prst="rect">
            <a:avLst/>
          </a:prstGeom>
          <a:noFill/>
          <a:ln>
            <a:noFill/>
          </a:ln>
        </p:spPr>
      </p:sp>
      <p:sp>
        <p:nvSpPr>
          <p:cNvPr id="561" name="Google Shape;561;p58"/>
          <p:cNvSpPr/>
          <p:nvPr>
            <p:ph idx="4" type="pic"/>
          </p:nvPr>
        </p:nvSpPr>
        <p:spPr>
          <a:xfrm>
            <a:off x="3242451" y="1481700"/>
            <a:ext cx="994200" cy="994200"/>
          </a:xfrm>
          <a:prstGeom prst="rect">
            <a:avLst/>
          </a:prstGeom>
          <a:noFill/>
          <a:ln>
            <a:noFill/>
          </a:ln>
        </p:spPr>
      </p:sp>
      <p:sp>
        <p:nvSpPr>
          <p:cNvPr id="562" name="Google Shape;562;p58"/>
          <p:cNvSpPr/>
          <p:nvPr>
            <p:ph idx="5" type="pic"/>
          </p:nvPr>
        </p:nvSpPr>
        <p:spPr>
          <a:xfrm>
            <a:off x="6290475" y="1481700"/>
            <a:ext cx="994200" cy="994200"/>
          </a:xfrm>
          <a:prstGeom prst="rect">
            <a:avLst/>
          </a:prstGeom>
          <a:noFill/>
          <a:ln>
            <a:noFill/>
          </a:ln>
        </p:spPr>
      </p:sp>
      <p:sp>
        <p:nvSpPr>
          <p:cNvPr id="563" name="Google Shape;563;p58"/>
          <p:cNvSpPr txBox="1"/>
          <p:nvPr>
            <p:ph idx="6" type="subTitle"/>
          </p:nvPr>
        </p:nvSpPr>
        <p:spPr>
          <a:xfrm>
            <a:off x="205735" y="2736600"/>
            <a:ext cx="25818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64" name="Google Shape;564;p58"/>
          <p:cNvSpPr txBox="1"/>
          <p:nvPr>
            <p:ph idx="7" type="body"/>
          </p:nvPr>
        </p:nvSpPr>
        <p:spPr>
          <a:xfrm>
            <a:off x="205700" y="3291857"/>
            <a:ext cx="2581800" cy="15822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65" name="Google Shape;565;p58"/>
          <p:cNvSpPr txBox="1"/>
          <p:nvPr>
            <p:ph idx="8" type="subTitle"/>
          </p:nvPr>
        </p:nvSpPr>
        <p:spPr>
          <a:xfrm>
            <a:off x="3253915" y="2736625"/>
            <a:ext cx="25818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66" name="Google Shape;566;p58"/>
          <p:cNvSpPr txBox="1"/>
          <p:nvPr>
            <p:ph idx="9" type="body"/>
          </p:nvPr>
        </p:nvSpPr>
        <p:spPr>
          <a:xfrm>
            <a:off x="3253879" y="3291882"/>
            <a:ext cx="2581800" cy="15822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67" name="Google Shape;567;p58"/>
          <p:cNvSpPr txBox="1"/>
          <p:nvPr>
            <p:ph idx="13" type="subTitle"/>
          </p:nvPr>
        </p:nvSpPr>
        <p:spPr>
          <a:xfrm>
            <a:off x="6299133" y="2736625"/>
            <a:ext cx="25818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68" name="Google Shape;568;p58"/>
          <p:cNvSpPr txBox="1"/>
          <p:nvPr>
            <p:ph idx="14" type="body"/>
          </p:nvPr>
        </p:nvSpPr>
        <p:spPr>
          <a:xfrm>
            <a:off x="6299098" y="3291882"/>
            <a:ext cx="2581800" cy="15822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portunities and Challenges">
  <p:cSld name="TITLE_2_1_1_2">
    <p:bg>
      <p:bgPr>
        <a:solidFill>
          <a:schemeClr val="dk1"/>
        </a:solidFill>
      </p:bgPr>
    </p:bg>
    <p:spTree>
      <p:nvGrpSpPr>
        <p:cNvPr id="569" name="Shape 569"/>
        <p:cNvGrpSpPr/>
        <p:nvPr/>
      </p:nvGrpSpPr>
      <p:grpSpPr>
        <a:xfrm>
          <a:off x="0" y="0"/>
          <a:ext cx="0" cy="0"/>
          <a:chOff x="0" y="0"/>
          <a:chExt cx="0" cy="0"/>
        </a:xfrm>
      </p:grpSpPr>
      <p:sp>
        <p:nvSpPr>
          <p:cNvPr id="570" name="Google Shape;570;p59"/>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571" name="Google Shape;571;p59"/>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Clr>
                <a:schemeClr val="lt1"/>
              </a:buClr>
              <a:buSzPts val="900"/>
              <a:buNone/>
              <a:defRPr sz="900">
                <a:solidFill>
                  <a:schemeClr val="lt1"/>
                </a:solidFill>
              </a:defRPr>
            </a:lvl1pPr>
            <a:lvl2pPr lvl="1" algn="r">
              <a:spcBef>
                <a:spcPts val="0"/>
              </a:spcBef>
              <a:spcAft>
                <a:spcPts val="0"/>
              </a:spcAft>
              <a:buClr>
                <a:schemeClr val="lt1"/>
              </a:buClr>
              <a:buSzPts val="900"/>
              <a:buFont typeface="Familjen Grotesk"/>
              <a:buNone/>
              <a:defRPr sz="900">
                <a:solidFill>
                  <a:schemeClr val="lt1"/>
                </a:solidFill>
              </a:defRPr>
            </a:lvl2pPr>
            <a:lvl3pPr lvl="2" algn="r">
              <a:spcBef>
                <a:spcPts val="0"/>
              </a:spcBef>
              <a:spcAft>
                <a:spcPts val="0"/>
              </a:spcAft>
              <a:buClr>
                <a:schemeClr val="lt1"/>
              </a:buClr>
              <a:buSzPts val="900"/>
              <a:buFont typeface="Familjen Grotesk"/>
              <a:buNone/>
              <a:defRPr sz="900">
                <a:solidFill>
                  <a:schemeClr val="lt1"/>
                </a:solidFill>
              </a:defRPr>
            </a:lvl3pPr>
            <a:lvl4pPr lvl="3" algn="r">
              <a:spcBef>
                <a:spcPts val="0"/>
              </a:spcBef>
              <a:spcAft>
                <a:spcPts val="0"/>
              </a:spcAft>
              <a:buClr>
                <a:schemeClr val="lt1"/>
              </a:buClr>
              <a:buSzPts val="900"/>
              <a:buFont typeface="Familjen Grotesk"/>
              <a:buNone/>
              <a:defRPr sz="900">
                <a:solidFill>
                  <a:schemeClr val="lt1"/>
                </a:solidFill>
              </a:defRPr>
            </a:lvl4pPr>
            <a:lvl5pPr lvl="4" algn="r">
              <a:spcBef>
                <a:spcPts val="0"/>
              </a:spcBef>
              <a:spcAft>
                <a:spcPts val="0"/>
              </a:spcAft>
              <a:buClr>
                <a:schemeClr val="lt1"/>
              </a:buClr>
              <a:buSzPts val="900"/>
              <a:buFont typeface="Familjen Grotesk"/>
              <a:buNone/>
              <a:defRPr sz="900">
                <a:solidFill>
                  <a:schemeClr val="lt1"/>
                </a:solidFill>
              </a:defRPr>
            </a:lvl5pPr>
            <a:lvl6pPr lvl="5" algn="r">
              <a:spcBef>
                <a:spcPts val="0"/>
              </a:spcBef>
              <a:spcAft>
                <a:spcPts val="0"/>
              </a:spcAft>
              <a:buClr>
                <a:schemeClr val="lt1"/>
              </a:buClr>
              <a:buSzPts val="900"/>
              <a:buFont typeface="Familjen Grotesk"/>
              <a:buNone/>
              <a:defRPr sz="900">
                <a:solidFill>
                  <a:schemeClr val="lt1"/>
                </a:solidFill>
              </a:defRPr>
            </a:lvl6pPr>
            <a:lvl7pPr lvl="6" algn="r">
              <a:spcBef>
                <a:spcPts val="0"/>
              </a:spcBef>
              <a:spcAft>
                <a:spcPts val="0"/>
              </a:spcAft>
              <a:buClr>
                <a:schemeClr val="lt1"/>
              </a:buClr>
              <a:buSzPts val="900"/>
              <a:buFont typeface="Familjen Grotesk"/>
              <a:buNone/>
              <a:defRPr sz="900">
                <a:solidFill>
                  <a:schemeClr val="lt1"/>
                </a:solidFill>
              </a:defRPr>
            </a:lvl7pPr>
            <a:lvl8pPr lvl="7" algn="r">
              <a:spcBef>
                <a:spcPts val="0"/>
              </a:spcBef>
              <a:spcAft>
                <a:spcPts val="0"/>
              </a:spcAft>
              <a:buClr>
                <a:schemeClr val="lt1"/>
              </a:buClr>
              <a:buSzPts val="900"/>
              <a:buFont typeface="Familjen Grotesk"/>
              <a:buNone/>
              <a:defRPr sz="900">
                <a:solidFill>
                  <a:schemeClr val="lt1"/>
                </a:solidFill>
              </a:defRPr>
            </a:lvl8pPr>
            <a:lvl9pPr lvl="8" algn="r">
              <a:spcBef>
                <a:spcPts val="0"/>
              </a:spcBef>
              <a:spcAft>
                <a:spcPts val="0"/>
              </a:spcAft>
              <a:buClr>
                <a:schemeClr val="lt1"/>
              </a:buClr>
              <a:buSzPts val="900"/>
              <a:buFont typeface="Familjen Grotesk"/>
              <a:buNone/>
              <a:defRPr sz="900">
                <a:solidFill>
                  <a:schemeClr val="lt1"/>
                </a:solidFill>
              </a:defRPr>
            </a:lvl9pPr>
          </a:lstStyle>
          <a:p/>
        </p:txBody>
      </p:sp>
      <p:sp>
        <p:nvSpPr>
          <p:cNvPr id="572" name="Google Shape;572;p59"/>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73" name="Google Shape;573;p59"/>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lt1"/>
              </a:buClr>
              <a:buSzPts val="5600"/>
              <a:buNone/>
              <a:defRPr sz="5600">
                <a:solidFill>
                  <a:schemeClr val="lt1"/>
                </a:solidFill>
              </a:defRPr>
            </a:lvl1pPr>
            <a:lvl2pPr lvl="1">
              <a:lnSpc>
                <a:spcPct val="65000"/>
              </a:lnSpc>
              <a:spcBef>
                <a:spcPts val="0"/>
              </a:spcBef>
              <a:spcAft>
                <a:spcPts val="0"/>
              </a:spcAft>
              <a:buClr>
                <a:schemeClr val="lt1"/>
              </a:buClr>
              <a:buSzPts val="5400"/>
              <a:buNone/>
              <a:defRPr sz="5400">
                <a:solidFill>
                  <a:schemeClr val="lt1"/>
                </a:solidFill>
              </a:defRPr>
            </a:lvl2pPr>
            <a:lvl3pPr lvl="2">
              <a:lnSpc>
                <a:spcPct val="65000"/>
              </a:lnSpc>
              <a:spcBef>
                <a:spcPts val="0"/>
              </a:spcBef>
              <a:spcAft>
                <a:spcPts val="0"/>
              </a:spcAft>
              <a:buClr>
                <a:schemeClr val="lt1"/>
              </a:buClr>
              <a:buSzPts val="5400"/>
              <a:buNone/>
              <a:defRPr sz="5400">
                <a:solidFill>
                  <a:schemeClr val="lt1"/>
                </a:solidFill>
              </a:defRPr>
            </a:lvl3pPr>
            <a:lvl4pPr lvl="3">
              <a:lnSpc>
                <a:spcPct val="65000"/>
              </a:lnSpc>
              <a:spcBef>
                <a:spcPts val="0"/>
              </a:spcBef>
              <a:spcAft>
                <a:spcPts val="0"/>
              </a:spcAft>
              <a:buClr>
                <a:schemeClr val="lt1"/>
              </a:buClr>
              <a:buSzPts val="5400"/>
              <a:buNone/>
              <a:defRPr sz="5400">
                <a:solidFill>
                  <a:schemeClr val="lt1"/>
                </a:solidFill>
              </a:defRPr>
            </a:lvl4pPr>
            <a:lvl5pPr lvl="4">
              <a:lnSpc>
                <a:spcPct val="65000"/>
              </a:lnSpc>
              <a:spcBef>
                <a:spcPts val="0"/>
              </a:spcBef>
              <a:spcAft>
                <a:spcPts val="0"/>
              </a:spcAft>
              <a:buClr>
                <a:schemeClr val="lt1"/>
              </a:buClr>
              <a:buSzPts val="5400"/>
              <a:buNone/>
              <a:defRPr sz="5400">
                <a:solidFill>
                  <a:schemeClr val="lt1"/>
                </a:solidFill>
              </a:defRPr>
            </a:lvl5pPr>
            <a:lvl6pPr lvl="5">
              <a:lnSpc>
                <a:spcPct val="65000"/>
              </a:lnSpc>
              <a:spcBef>
                <a:spcPts val="0"/>
              </a:spcBef>
              <a:spcAft>
                <a:spcPts val="0"/>
              </a:spcAft>
              <a:buClr>
                <a:schemeClr val="lt1"/>
              </a:buClr>
              <a:buSzPts val="5400"/>
              <a:buNone/>
              <a:defRPr sz="5400">
                <a:solidFill>
                  <a:schemeClr val="lt1"/>
                </a:solidFill>
              </a:defRPr>
            </a:lvl6pPr>
            <a:lvl7pPr lvl="6">
              <a:lnSpc>
                <a:spcPct val="65000"/>
              </a:lnSpc>
              <a:spcBef>
                <a:spcPts val="0"/>
              </a:spcBef>
              <a:spcAft>
                <a:spcPts val="0"/>
              </a:spcAft>
              <a:buClr>
                <a:schemeClr val="lt1"/>
              </a:buClr>
              <a:buSzPts val="5400"/>
              <a:buNone/>
              <a:defRPr sz="5400">
                <a:solidFill>
                  <a:schemeClr val="lt1"/>
                </a:solidFill>
              </a:defRPr>
            </a:lvl7pPr>
            <a:lvl8pPr lvl="7">
              <a:lnSpc>
                <a:spcPct val="65000"/>
              </a:lnSpc>
              <a:spcBef>
                <a:spcPts val="0"/>
              </a:spcBef>
              <a:spcAft>
                <a:spcPts val="0"/>
              </a:spcAft>
              <a:buClr>
                <a:schemeClr val="lt1"/>
              </a:buClr>
              <a:buSzPts val="5400"/>
              <a:buNone/>
              <a:defRPr sz="5400">
                <a:solidFill>
                  <a:schemeClr val="lt1"/>
                </a:solidFill>
              </a:defRPr>
            </a:lvl8pPr>
            <a:lvl9pPr lvl="8">
              <a:lnSpc>
                <a:spcPct val="65000"/>
              </a:lnSpc>
              <a:spcBef>
                <a:spcPts val="0"/>
              </a:spcBef>
              <a:spcAft>
                <a:spcPts val="0"/>
              </a:spcAft>
              <a:buClr>
                <a:schemeClr val="lt1"/>
              </a:buClr>
              <a:buSzPts val="5400"/>
              <a:buNone/>
              <a:defRPr sz="5400">
                <a:solidFill>
                  <a:schemeClr val="lt1"/>
                </a:solidFill>
              </a:defRPr>
            </a:lvl9pPr>
          </a:lstStyle>
          <a:p/>
        </p:txBody>
      </p:sp>
      <p:sp>
        <p:nvSpPr>
          <p:cNvPr id="574" name="Google Shape;574;p59"/>
          <p:cNvSpPr/>
          <p:nvPr>
            <p:ph idx="3" type="pic"/>
          </p:nvPr>
        </p:nvSpPr>
        <p:spPr>
          <a:xfrm>
            <a:off x="4235850" y="3600625"/>
            <a:ext cx="2494800" cy="1542900"/>
          </a:xfrm>
          <a:prstGeom prst="rect">
            <a:avLst/>
          </a:prstGeom>
          <a:noFill/>
          <a:ln>
            <a:noFill/>
          </a:ln>
        </p:spPr>
      </p:sp>
      <p:sp>
        <p:nvSpPr>
          <p:cNvPr id="575" name="Google Shape;575;p59"/>
          <p:cNvSpPr/>
          <p:nvPr>
            <p:ph idx="4" type="pic"/>
          </p:nvPr>
        </p:nvSpPr>
        <p:spPr>
          <a:xfrm>
            <a:off x="5748150" y="1121900"/>
            <a:ext cx="3395700" cy="2478600"/>
          </a:xfrm>
          <a:prstGeom prst="rect">
            <a:avLst/>
          </a:prstGeom>
          <a:noFill/>
          <a:ln>
            <a:noFill/>
          </a:ln>
        </p:spPr>
      </p:sp>
      <p:sp>
        <p:nvSpPr>
          <p:cNvPr id="576" name="Google Shape;576;p59"/>
          <p:cNvSpPr txBox="1"/>
          <p:nvPr>
            <p:ph idx="5" type="subTitle"/>
          </p:nvPr>
        </p:nvSpPr>
        <p:spPr>
          <a:xfrm>
            <a:off x="170300" y="1466475"/>
            <a:ext cx="3328200" cy="3172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Char char="●"/>
              <a:defRPr sz="1400">
                <a:solidFill>
                  <a:schemeClr val="lt1"/>
                </a:solidFill>
              </a:defRPr>
            </a:lvl1pPr>
            <a:lvl2pPr lvl="1">
              <a:spcBef>
                <a:spcPts val="0"/>
              </a:spcBef>
              <a:spcAft>
                <a:spcPts val="0"/>
              </a:spcAft>
              <a:buClr>
                <a:schemeClr val="lt1"/>
              </a:buClr>
              <a:buSzPts val="1400"/>
              <a:buChar char="○"/>
              <a:defRPr>
                <a:solidFill>
                  <a:schemeClr val="lt1"/>
                </a:solidFill>
              </a:defRPr>
            </a:lvl2pPr>
            <a:lvl3pPr lvl="2">
              <a:spcBef>
                <a:spcPts val="0"/>
              </a:spcBef>
              <a:spcAft>
                <a:spcPts val="0"/>
              </a:spcAft>
              <a:buClr>
                <a:schemeClr val="lt1"/>
              </a:buClr>
              <a:buSzPts val="1400"/>
              <a:buChar char="■"/>
              <a:defRPr>
                <a:solidFill>
                  <a:schemeClr val="lt1"/>
                </a:solidFill>
              </a:defRPr>
            </a:lvl3pPr>
            <a:lvl4pPr lvl="3">
              <a:spcBef>
                <a:spcPts val="0"/>
              </a:spcBef>
              <a:spcAft>
                <a:spcPts val="0"/>
              </a:spcAft>
              <a:buClr>
                <a:schemeClr val="lt1"/>
              </a:buClr>
              <a:buSzPts val="1400"/>
              <a:buChar char="●"/>
              <a:defRPr>
                <a:solidFill>
                  <a:schemeClr val="lt1"/>
                </a:solidFill>
              </a:defRPr>
            </a:lvl4pPr>
            <a:lvl5pPr lvl="4">
              <a:spcBef>
                <a:spcPts val="0"/>
              </a:spcBef>
              <a:spcAft>
                <a:spcPts val="0"/>
              </a:spcAft>
              <a:buClr>
                <a:schemeClr val="lt1"/>
              </a:buClr>
              <a:buSzPts val="1400"/>
              <a:buChar char="○"/>
              <a:defRPr>
                <a:solidFill>
                  <a:schemeClr val="lt1"/>
                </a:solidFill>
              </a:defRPr>
            </a:lvl5pPr>
            <a:lvl6pPr lvl="5">
              <a:spcBef>
                <a:spcPts val="0"/>
              </a:spcBef>
              <a:spcAft>
                <a:spcPts val="0"/>
              </a:spcAft>
              <a:buClr>
                <a:schemeClr val="lt1"/>
              </a:buClr>
              <a:buSzPts val="1400"/>
              <a:buChar char="■"/>
              <a:defRPr>
                <a:solidFill>
                  <a:schemeClr val="lt1"/>
                </a:solidFill>
              </a:defRPr>
            </a:lvl6pPr>
            <a:lvl7pPr lvl="6">
              <a:spcBef>
                <a:spcPts val="0"/>
              </a:spcBef>
              <a:spcAft>
                <a:spcPts val="0"/>
              </a:spcAft>
              <a:buClr>
                <a:schemeClr val="lt1"/>
              </a:buClr>
              <a:buSzPts val="1400"/>
              <a:buChar char="●"/>
              <a:defRPr>
                <a:solidFill>
                  <a:schemeClr val="lt1"/>
                </a:solidFill>
              </a:defRPr>
            </a:lvl7pPr>
            <a:lvl8pPr lvl="7">
              <a:spcBef>
                <a:spcPts val="0"/>
              </a:spcBef>
              <a:spcAft>
                <a:spcPts val="0"/>
              </a:spcAft>
              <a:buClr>
                <a:schemeClr val="lt1"/>
              </a:buClr>
              <a:buSzPts val="1400"/>
              <a:buChar char="○"/>
              <a:defRPr>
                <a:solidFill>
                  <a:schemeClr val="lt1"/>
                </a:solidFill>
              </a:defRPr>
            </a:lvl8pPr>
            <a:lvl9pPr lvl="8">
              <a:spcBef>
                <a:spcPts val="0"/>
              </a:spcBef>
              <a:spcAft>
                <a:spcPts val="0"/>
              </a:spcAft>
              <a:buClr>
                <a:schemeClr val="lt1"/>
              </a:buClr>
              <a:buSzPts val="1400"/>
              <a:buChar char="■"/>
              <a:defRPr>
                <a:solidFill>
                  <a:schemeClr val="lt1"/>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p:cSld name="TITLE_2_2">
    <p:bg>
      <p:bgPr>
        <a:solidFill>
          <a:schemeClr val="lt1"/>
        </a:solidFill>
      </p:bgPr>
    </p:bg>
    <p:spTree>
      <p:nvGrpSpPr>
        <p:cNvPr id="577" name="Shape 577"/>
        <p:cNvGrpSpPr/>
        <p:nvPr/>
      </p:nvGrpSpPr>
      <p:grpSpPr>
        <a:xfrm>
          <a:off x="0" y="0"/>
          <a:ext cx="0" cy="0"/>
          <a:chOff x="0" y="0"/>
          <a:chExt cx="0" cy="0"/>
        </a:xfrm>
      </p:grpSpPr>
      <p:sp>
        <p:nvSpPr>
          <p:cNvPr id="578" name="Google Shape;578;p60"/>
          <p:cNvSpPr/>
          <p:nvPr>
            <p:ph idx="2" type="pic"/>
          </p:nvPr>
        </p:nvSpPr>
        <p:spPr>
          <a:xfrm>
            <a:off x="5751600" y="1419575"/>
            <a:ext cx="2234700" cy="824400"/>
          </a:xfrm>
          <a:prstGeom prst="rect">
            <a:avLst/>
          </a:prstGeom>
          <a:noFill/>
          <a:ln>
            <a:noFill/>
          </a:ln>
        </p:spPr>
      </p:sp>
      <p:sp>
        <p:nvSpPr>
          <p:cNvPr id="579" name="Google Shape;579;p60"/>
          <p:cNvSpPr/>
          <p:nvPr>
            <p:ph idx="3" type="pic"/>
          </p:nvPr>
        </p:nvSpPr>
        <p:spPr>
          <a:xfrm>
            <a:off x="3516900" y="1419525"/>
            <a:ext cx="2234700" cy="824400"/>
          </a:xfrm>
          <a:prstGeom prst="rect">
            <a:avLst/>
          </a:prstGeom>
          <a:noFill/>
          <a:ln>
            <a:noFill/>
          </a:ln>
        </p:spPr>
      </p:sp>
      <p:sp>
        <p:nvSpPr>
          <p:cNvPr id="580" name="Google Shape;580;p60"/>
          <p:cNvSpPr/>
          <p:nvPr>
            <p:ph idx="4" type="pic"/>
          </p:nvPr>
        </p:nvSpPr>
        <p:spPr>
          <a:xfrm>
            <a:off x="1282250" y="1419575"/>
            <a:ext cx="2234700" cy="824400"/>
          </a:xfrm>
          <a:prstGeom prst="rect">
            <a:avLst/>
          </a:prstGeom>
          <a:noFill/>
          <a:ln>
            <a:noFill/>
          </a:ln>
        </p:spPr>
      </p:sp>
      <p:sp>
        <p:nvSpPr>
          <p:cNvPr id="581" name="Google Shape;581;p60"/>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82" name="Google Shape;582;p60"/>
          <p:cNvSpPr txBox="1"/>
          <p:nvPr>
            <p:ph idx="5"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583" name="Google Shape;583;p60"/>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84" name="Google Shape;584;p60"/>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sp>
        <p:nvSpPr>
          <p:cNvPr id="585" name="Google Shape;585;p60"/>
          <p:cNvSpPr/>
          <p:nvPr/>
        </p:nvSpPr>
        <p:spPr>
          <a:xfrm>
            <a:off x="1282200" y="2243875"/>
            <a:ext cx="2234700" cy="246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86" name="Google Shape;586;p60"/>
          <p:cNvSpPr/>
          <p:nvPr/>
        </p:nvSpPr>
        <p:spPr>
          <a:xfrm>
            <a:off x="3516900" y="2243875"/>
            <a:ext cx="2234700" cy="2463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87" name="Google Shape;587;p60"/>
          <p:cNvSpPr/>
          <p:nvPr/>
        </p:nvSpPr>
        <p:spPr>
          <a:xfrm>
            <a:off x="5751600" y="2243875"/>
            <a:ext cx="2234700" cy="2463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88" name="Google Shape;588;p60"/>
          <p:cNvSpPr txBox="1"/>
          <p:nvPr>
            <p:ph idx="6" type="subTitle"/>
          </p:nvPr>
        </p:nvSpPr>
        <p:spPr>
          <a:xfrm>
            <a:off x="1363375" y="2273875"/>
            <a:ext cx="2025300" cy="583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89" name="Google Shape;589;p60"/>
          <p:cNvSpPr txBox="1"/>
          <p:nvPr>
            <p:ph idx="7" type="subTitle"/>
          </p:nvPr>
        </p:nvSpPr>
        <p:spPr>
          <a:xfrm>
            <a:off x="1363375" y="2677184"/>
            <a:ext cx="2025300" cy="12474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90" name="Google Shape;590;p60"/>
          <p:cNvSpPr txBox="1"/>
          <p:nvPr>
            <p:ph idx="8" type="subTitle"/>
          </p:nvPr>
        </p:nvSpPr>
        <p:spPr>
          <a:xfrm>
            <a:off x="3621600" y="2273875"/>
            <a:ext cx="2025300" cy="583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91" name="Google Shape;591;p60"/>
          <p:cNvSpPr txBox="1"/>
          <p:nvPr>
            <p:ph idx="9" type="subTitle"/>
          </p:nvPr>
        </p:nvSpPr>
        <p:spPr>
          <a:xfrm>
            <a:off x="3621600" y="2677184"/>
            <a:ext cx="2025300" cy="12474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92" name="Google Shape;592;p60"/>
          <p:cNvSpPr txBox="1"/>
          <p:nvPr>
            <p:ph idx="13" type="subTitle"/>
          </p:nvPr>
        </p:nvSpPr>
        <p:spPr>
          <a:xfrm>
            <a:off x="5879825" y="2273875"/>
            <a:ext cx="2025300" cy="583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93" name="Google Shape;593;p60"/>
          <p:cNvSpPr txBox="1"/>
          <p:nvPr>
            <p:ph idx="14" type="subTitle"/>
          </p:nvPr>
        </p:nvSpPr>
        <p:spPr>
          <a:xfrm>
            <a:off x="5879825" y="2677184"/>
            <a:ext cx="2025300" cy="12474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ITLE_2_1_2_1">
    <p:bg>
      <p:bgPr>
        <a:solidFill>
          <a:schemeClr val="lt2"/>
        </a:solidFill>
      </p:bgPr>
    </p:bg>
    <p:spTree>
      <p:nvGrpSpPr>
        <p:cNvPr id="594" name="Shape 594"/>
        <p:cNvGrpSpPr/>
        <p:nvPr/>
      </p:nvGrpSpPr>
      <p:grpSpPr>
        <a:xfrm>
          <a:off x="0" y="0"/>
          <a:ext cx="0" cy="0"/>
          <a:chOff x="0" y="0"/>
          <a:chExt cx="0" cy="0"/>
        </a:xfrm>
      </p:grpSpPr>
      <p:sp>
        <p:nvSpPr>
          <p:cNvPr id="595" name="Google Shape;595;p61"/>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96" name="Google Shape;596;p61"/>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97" name="Google Shape;597;p61"/>
          <p:cNvSpPr txBox="1"/>
          <p:nvPr>
            <p:ph type="title"/>
          </p:nvPr>
        </p:nvSpPr>
        <p:spPr>
          <a:xfrm>
            <a:off x="73151" y="340625"/>
            <a:ext cx="37473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598" name="Google Shape;598;p61"/>
          <p:cNvSpPr/>
          <p:nvPr>
            <p:ph idx="2" type="pic"/>
          </p:nvPr>
        </p:nvSpPr>
        <p:spPr>
          <a:xfrm>
            <a:off x="0" y="2771225"/>
            <a:ext cx="2824800" cy="1885500"/>
          </a:xfrm>
          <a:prstGeom prst="rect">
            <a:avLst/>
          </a:prstGeom>
          <a:noFill/>
          <a:ln>
            <a:noFill/>
          </a:ln>
        </p:spPr>
      </p:sp>
      <p:sp>
        <p:nvSpPr>
          <p:cNvPr id="599" name="Google Shape;599;p61"/>
          <p:cNvSpPr/>
          <p:nvPr>
            <p:ph idx="3" type="pic"/>
          </p:nvPr>
        </p:nvSpPr>
        <p:spPr>
          <a:xfrm>
            <a:off x="2824800" y="2015675"/>
            <a:ext cx="2893800" cy="1930200"/>
          </a:xfrm>
          <a:prstGeom prst="rect">
            <a:avLst/>
          </a:prstGeom>
          <a:noFill/>
          <a:ln>
            <a:noFill/>
          </a:ln>
        </p:spPr>
      </p:sp>
      <p:sp>
        <p:nvSpPr>
          <p:cNvPr id="600" name="Google Shape;600;p61"/>
          <p:cNvSpPr/>
          <p:nvPr>
            <p:ph idx="4" type="pic"/>
          </p:nvPr>
        </p:nvSpPr>
        <p:spPr>
          <a:xfrm>
            <a:off x="5718550" y="2610550"/>
            <a:ext cx="2961300" cy="1973700"/>
          </a:xfrm>
          <a:prstGeom prst="rect">
            <a:avLst/>
          </a:prstGeom>
          <a:noFill/>
          <a:ln>
            <a:noFill/>
          </a:ln>
        </p:spPr>
      </p:sp>
      <p:sp>
        <p:nvSpPr>
          <p:cNvPr id="601" name="Google Shape;601;p61"/>
          <p:cNvSpPr/>
          <p:nvPr>
            <p:ph idx="5" type="pic"/>
          </p:nvPr>
        </p:nvSpPr>
        <p:spPr>
          <a:xfrm>
            <a:off x="5718650" y="0"/>
            <a:ext cx="3425400" cy="2246100"/>
          </a:xfrm>
          <a:prstGeom prst="rect">
            <a:avLst/>
          </a:prstGeom>
          <a:noFill/>
          <a:ln>
            <a:noFill/>
          </a:ln>
        </p:spPr>
      </p:sp>
      <p:sp>
        <p:nvSpPr>
          <p:cNvPr id="602" name="Google Shape;602;p61"/>
          <p:cNvSpPr/>
          <p:nvPr>
            <p:ph idx="6" type="pic"/>
          </p:nvPr>
        </p:nvSpPr>
        <p:spPr>
          <a:xfrm>
            <a:off x="3820450" y="0"/>
            <a:ext cx="1898100" cy="1265100"/>
          </a:xfrm>
          <a:prstGeom prst="rect">
            <a:avLst/>
          </a:prstGeom>
          <a:noFill/>
          <a:ln>
            <a:noFill/>
          </a:ln>
        </p:spPr>
      </p:sp>
      <p:sp>
        <p:nvSpPr>
          <p:cNvPr id="603" name="Google Shape;603;p61"/>
          <p:cNvSpPr/>
          <p:nvPr>
            <p:ph idx="7" type="pic"/>
          </p:nvPr>
        </p:nvSpPr>
        <p:spPr>
          <a:xfrm>
            <a:off x="1768175" y="1006775"/>
            <a:ext cx="1056900" cy="1008900"/>
          </a:xfrm>
          <a:prstGeom prst="rect">
            <a:avLst/>
          </a:prstGeom>
          <a:noFill/>
          <a:ln>
            <a:noFill/>
          </a:ln>
        </p:spPr>
      </p:sp>
      <p:sp>
        <p:nvSpPr>
          <p:cNvPr id="604" name="Google Shape;604;p61"/>
          <p:cNvSpPr txBox="1"/>
          <p:nvPr>
            <p:ph idx="8" type="subTitle"/>
          </p:nvPr>
        </p:nvSpPr>
        <p:spPr>
          <a:xfrm>
            <a:off x="1771200" y="2057446"/>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5" name="Google Shape;605;p61"/>
          <p:cNvSpPr txBox="1"/>
          <p:nvPr>
            <p:ph idx="9" type="subTitle"/>
          </p:nvPr>
        </p:nvSpPr>
        <p:spPr>
          <a:xfrm>
            <a:off x="2901125" y="3987842"/>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6" name="Google Shape;606;p61"/>
          <p:cNvSpPr txBox="1"/>
          <p:nvPr>
            <p:ph idx="13" type="subTitle"/>
          </p:nvPr>
        </p:nvSpPr>
        <p:spPr>
          <a:xfrm>
            <a:off x="73150" y="4736976"/>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7" name="Google Shape;607;p61"/>
          <p:cNvSpPr txBox="1"/>
          <p:nvPr>
            <p:ph idx="14" type="subTitle"/>
          </p:nvPr>
        </p:nvSpPr>
        <p:spPr>
          <a:xfrm>
            <a:off x="5718725" y="4656978"/>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8" name="Google Shape;608;p61"/>
          <p:cNvSpPr txBox="1"/>
          <p:nvPr>
            <p:ph idx="15" type="subTitle"/>
          </p:nvPr>
        </p:nvSpPr>
        <p:spPr>
          <a:xfrm>
            <a:off x="5785025" y="2287438"/>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9" name="Google Shape;609;p61"/>
          <p:cNvSpPr txBox="1"/>
          <p:nvPr>
            <p:ph idx="16" type="subTitle"/>
          </p:nvPr>
        </p:nvSpPr>
        <p:spPr>
          <a:xfrm>
            <a:off x="3820450" y="1302198"/>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2_1_1_3">
    <p:bg>
      <p:bgPr>
        <a:solidFill>
          <a:schemeClr val="lt2"/>
        </a:solidFill>
      </p:bgPr>
    </p:bg>
    <p:spTree>
      <p:nvGrpSpPr>
        <p:cNvPr id="610" name="Shape 610"/>
        <p:cNvGrpSpPr/>
        <p:nvPr/>
      </p:nvGrpSpPr>
      <p:grpSpPr>
        <a:xfrm>
          <a:off x="0" y="0"/>
          <a:ext cx="0" cy="0"/>
          <a:chOff x="0" y="0"/>
          <a:chExt cx="0" cy="0"/>
        </a:xfrm>
      </p:grpSpPr>
      <p:sp>
        <p:nvSpPr>
          <p:cNvPr id="611" name="Google Shape;611;p62"/>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612" name="Google Shape;612;p62"/>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613" name="Google Shape;613;p62"/>
          <p:cNvSpPr txBox="1"/>
          <p:nvPr>
            <p:ph type="title"/>
          </p:nvPr>
        </p:nvSpPr>
        <p:spPr>
          <a:xfrm>
            <a:off x="1605875" y="1164200"/>
            <a:ext cx="7538100" cy="1462500"/>
          </a:xfrm>
          <a:prstGeom prst="rect">
            <a:avLst/>
          </a:prstGeom>
        </p:spPr>
        <p:txBody>
          <a:bodyPr anchorCtr="0" anchor="t" bIns="91425" lIns="91425" spcFirstLastPara="1" rIns="91425" wrap="square" tIns="91425">
            <a:spAutoFit/>
          </a:bodyPr>
          <a:lstStyle>
            <a:lvl1pPr lvl="0">
              <a:lnSpc>
                <a:spcPct val="65000"/>
              </a:lnSpc>
              <a:spcBef>
                <a:spcPts val="0"/>
              </a:spcBef>
              <a:spcAft>
                <a:spcPts val="0"/>
              </a:spcAft>
              <a:buSzPts val="7200"/>
              <a:buNone/>
              <a:defRPr b="1"/>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614" name="Google Shape;614;p62"/>
          <p:cNvSpPr/>
          <p:nvPr>
            <p:ph idx="2" type="pic"/>
          </p:nvPr>
        </p:nvSpPr>
        <p:spPr>
          <a:xfrm>
            <a:off x="1610975" y="3460538"/>
            <a:ext cx="4131000" cy="1683000"/>
          </a:xfrm>
          <a:prstGeom prst="rect">
            <a:avLst/>
          </a:prstGeom>
          <a:noFill/>
          <a:ln>
            <a:noFill/>
          </a:ln>
        </p:spPr>
      </p:sp>
      <p:sp>
        <p:nvSpPr>
          <p:cNvPr id="615" name="Google Shape;615;p62"/>
          <p:cNvSpPr/>
          <p:nvPr>
            <p:ph idx="3" type="pic"/>
          </p:nvPr>
        </p:nvSpPr>
        <p:spPr>
          <a:xfrm>
            <a:off x="6455100" y="0"/>
            <a:ext cx="2688900" cy="3681000"/>
          </a:xfrm>
          <a:prstGeom prst="rect">
            <a:avLst/>
          </a:prstGeom>
          <a:noFill/>
          <a:ln>
            <a:noFill/>
          </a:ln>
        </p:spPr>
      </p:sp>
    </p:spTree>
  </p:cSld>
  <p:clrMapOvr>
    <a:masterClrMapping/>
  </p:clrMapOvr>
  <p:extLst>
    <p:ext uri="{DCECCB84-F9BA-43D5-87BE-67443E8EF086}">
      <p15:sldGuideLst>
        <p15:guide id="1" orient="horz" pos="1620">
          <p15:clr>
            <a:srgbClr val="FA7B17"/>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293325"/>
            <a:ext cx="8520600" cy="1929000"/>
          </a:xfrm>
          <a:prstGeom prst="rect">
            <a:avLst/>
          </a:prstGeom>
          <a:noFill/>
          <a:ln>
            <a:noFill/>
          </a:ln>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1pPr>
            <a:lvl2pPr lvl="1">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2pPr>
            <a:lvl3pPr lvl="2">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3pPr>
            <a:lvl4pPr lvl="3">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4pPr>
            <a:lvl5pPr lvl="4">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5pPr>
            <a:lvl6pPr lvl="5">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6pPr>
            <a:lvl7pPr lvl="6">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7pPr>
            <a:lvl8pPr lvl="7">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8pPr>
            <a:lvl9pPr lvl="8">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9pPr>
          </a:lstStyle>
          <a:p/>
        </p:txBody>
      </p:sp>
      <p:sp>
        <p:nvSpPr>
          <p:cNvPr id="52" name="Google Shape;52;p13"/>
          <p:cNvSpPr txBox="1"/>
          <p:nvPr>
            <p:ph idx="12" type="sldNum"/>
          </p:nvPr>
        </p:nvSpPr>
        <p:spPr>
          <a:xfrm>
            <a:off x="131793" y="17528"/>
            <a:ext cx="548700" cy="323100"/>
          </a:xfrm>
          <a:prstGeom prst="rect">
            <a:avLst/>
          </a:prstGeom>
          <a:noFill/>
          <a:ln>
            <a:noFill/>
          </a:ln>
        </p:spPr>
        <p:txBody>
          <a:bodyPr anchorCtr="0" anchor="ctr" bIns="91425" lIns="91425" spcFirstLastPara="1" rIns="91425" wrap="square" tIns="91425">
            <a:spAutoFit/>
          </a:bodyPr>
          <a:lstStyle>
            <a:lvl1pPr lvl="0">
              <a:buNone/>
              <a:defRPr sz="900">
                <a:solidFill>
                  <a:schemeClr val="dk1"/>
                </a:solidFill>
                <a:latin typeface="Familjen Grotesk"/>
                <a:ea typeface="Familjen Grotesk"/>
                <a:cs typeface="Familjen Grotesk"/>
                <a:sym typeface="Familjen Grotesk"/>
              </a:defRPr>
            </a:lvl1pPr>
            <a:lvl2pPr lvl="1">
              <a:buNone/>
              <a:defRPr sz="900">
                <a:solidFill>
                  <a:schemeClr val="dk1"/>
                </a:solidFill>
                <a:latin typeface="Familjen Grotesk"/>
                <a:ea typeface="Familjen Grotesk"/>
                <a:cs typeface="Familjen Grotesk"/>
                <a:sym typeface="Familjen Grotesk"/>
              </a:defRPr>
            </a:lvl2pPr>
            <a:lvl3pPr lvl="2">
              <a:buNone/>
              <a:defRPr sz="900">
                <a:solidFill>
                  <a:schemeClr val="dk1"/>
                </a:solidFill>
                <a:latin typeface="Familjen Grotesk"/>
                <a:ea typeface="Familjen Grotesk"/>
                <a:cs typeface="Familjen Grotesk"/>
                <a:sym typeface="Familjen Grotesk"/>
              </a:defRPr>
            </a:lvl3pPr>
            <a:lvl4pPr lvl="3">
              <a:buNone/>
              <a:defRPr sz="900">
                <a:solidFill>
                  <a:schemeClr val="dk1"/>
                </a:solidFill>
                <a:latin typeface="Familjen Grotesk"/>
                <a:ea typeface="Familjen Grotesk"/>
                <a:cs typeface="Familjen Grotesk"/>
                <a:sym typeface="Familjen Grotesk"/>
              </a:defRPr>
            </a:lvl4pPr>
            <a:lvl5pPr lvl="4">
              <a:buNone/>
              <a:defRPr sz="900">
                <a:solidFill>
                  <a:schemeClr val="dk1"/>
                </a:solidFill>
                <a:latin typeface="Familjen Grotesk"/>
                <a:ea typeface="Familjen Grotesk"/>
                <a:cs typeface="Familjen Grotesk"/>
                <a:sym typeface="Familjen Grotesk"/>
              </a:defRPr>
            </a:lvl5pPr>
            <a:lvl6pPr lvl="5">
              <a:buNone/>
              <a:defRPr sz="900">
                <a:solidFill>
                  <a:schemeClr val="dk1"/>
                </a:solidFill>
                <a:latin typeface="Familjen Grotesk"/>
                <a:ea typeface="Familjen Grotesk"/>
                <a:cs typeface="Familjen Grotesk"/>
                <a:sym typeface="Familjen Grotesk"/>
              </a:defRPr>
            </a:lvl6pPr>
            <a:lvl7pPr lvl="6">
              <a:buNone/>
              <a:defRPr sz="900">
                <a:solidFill>
                  <a:schemeClr val="dk1"/>
                </a:solidFill>
                <a:latin typeface="Familjen Grotesk"/>
                <a:ea typeface="Familjen Grotesk"/>
                <a:cs typeface="Familjen Grotesk"/>
                <a:sym typeface="Familjen Grotesk"/>
              </a:defRPr>
            </a:lvl7pPr>
            <a:lvl8pPr lvl="7">
              <a:buNone/>
              <a:defRPr sz="900">
                <a:solidFill>
                  <a:schemeClr val="dk1"/>
                </a:solidFill>
                <a:latin typeface="Familjen Grotesk"/>
                <a:ea typeface="Familjen Grotesk"/>
                <a:cs typeface="Familjen Grotesk"/>
                <a:sym typeface="Familjen Grotesk"/>
              </a:defRPr>
            </a:lvl8pPr>
            <a:lvl9pPr lvl="8">
              <a:buNone/>
              <a:defRPr sz="900">
                <a:solidFill>
                  <a:schemeClr val="dk1"/>
                </a:solidFill>
                <a:latin typeface="Familjen Grotesk"/>
                <a:ea typeface="Familjen Grotesk"/>
                <a:cs typeface="Familjen Grotesk"/>
                <a:sym typeface="Familjen Grotesk"/>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3" name="Google Shape;53;p13"/>
          <p:cNvSpPr txBox="1"/>
          <p:nvPr>
            <p:ph idx="1" type="body"/>
          </p:nvPr>
        </p:nvSpPr>
        <p:spPr>
          <a:xfrm>
            <a:off x="311700" y="3033075"/>
            <a:ext cx="8520600" cy="1817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1pPr>
            <a:lvl2pPr indent="-298450" lvl="1" marL="9144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2pPr>
            <a:lvl3pPr indent="-298450" lvl="2" marL="13716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3pPr>
            <a:lvl4pPr indent="-298450" lvl="3" marL="18288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4pPr>
            <a:lvl5pPr indent="-298450" lvl="4" marL="22860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5pPr>
            <a:lvl6pPr indent="-298450" lvl="5" marL="27432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6pPr>
            <a:lvl7pPr indent="-298450" lvl="6" marL="32004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7pPr>
            <a:lvl8pPr indent="-298450" lvl="7" marL="36576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8pPr>
            <a:lvl9pPr indent="-298450" lvl="8" marL="41148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hyperlink" Target="https://docs.google.com/spreadsheets/d/16RMPhYOg6gNa9pXHKeYRRe9hol0L2EFZ/edit?usp=sharing&amp;ouid=102667720912817803285&amp;rtpof=true&amp;sd=tru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 Id="rId3" Type="http://schemas.openxmlformats.org/officeDocument/2006/relationships/hyperlink" Target="https://docs.google.com/spreadsheets/d/16RMPhYOg6gNa9pXHKeYRRe9hol0L2EFZ/edit?usp=sharing&amp;ouid=102667720912817803285&amp;rtpof=true&amp;sd=tru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29.png"/><Relationship Id="rId5" Type="http://schemas.openxmlformats.org/officeDocument/2006/relationships/image" Target="../media/image1.png"/><Relationship Id="rId6" Type="http://schemas.openxmlformats.org/officeDocument/2006/relationships/image" Target="../media/image11.png"/><Relationship Id="rId7"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26.png"/><Relationship Id="rId5"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21.png"/><Relationship Id="rId5"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hyperlink" Target="https://docs.google.com/spreadsheets/d/16RMPhYOg6gNa9pXHKeYRRe9hol0L2EFZ/edit?usp=sharing&amp;ouid=102667720912817803285&amp;rtpof=true&amp;sd=tru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hyperlink" Target="https://docs.google.com/spreadsheets/d/16RMPhYOg6gNa9pXHKeYRRe9hol0L2EFZ/edit?usp=sharing&amp;ouid=102667720912817803285&amp;rtpof=true&amp;sd=tru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hyperlink" Target="https://docs.google.com/spreadsheets/d/16RMPhYOg6gNa9pXHKeYRRe9hol0L2EFZ/edit?usp=sharing&amp;ouid=102667720912817803285&amp;rtpof=true&amp;sd=tru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5.xml"/><Relationship Id="rId3" Type="http://schemas.openxmlformats.org/officeDocument/2006/relationships/hyperlink" Target="https://docs.google.com/spreadsheets/d/16RMPhYOg6gNa9pXHKeYRRe9hol0L2EFZ/edit?usp=sharing&amp;ouid=102667720912817803285&amp;rtpof=true&amp;sd=tru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619" name="Shape 619"/>
        <p:cNvGrpSpPr/>
        <p:nvPr/>
      </p:nvGrpSpPr>
      <p:grpSpPr>
        <a:xfrm>
          <a:off x="0" y="0"/>
          <a:ext cx="0" cy="0"/>
          <a:chOff x="0" y="0"/>
          <a:chExt cx="0" cy="0"/>
        </a:xfrm>
      </p:grpSpPr>
      <p:sp>
        <p:nvSpPr>
          <p:cNvPr id="620" name="Google Shape;620;p63"/>
          <p:cNvSpPr txBox="1"/>
          <p:nvPr>
            <p:ph idx="4294967295" type="ctrTitle"/>
          </p:nvPr>
        </p:nvSpPr>
        <p:spPr>
          <a:xfrm>
            <a:off x="311708" y="1811375"/>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5280">
                <a:latin typeface="Familjen Grotesk Medium"/>
                <a:ea typeface="Familjen Grotesk Medium"/>
                <a:cs typeface="Familjen Grotesk Medium"/>
                <a:sym typeface="Familjen Grotesk Medium"/>
              </a:rPr>
              <a:t>Bank Loan Case Study</a:t>
            </a:r>
            <a:endParaRPr sz="5280">
              <a:latin typeface="Familjen Grotesk Medium"/>
              <a:ea typeface="Familjen Grotesk Medium"/>
              <a:cs typeface="Familjen Grotesk Medium"/>
              <a:sym typeface="Familjen Grotesk Medium"/>
            </a:endParaRPr>
          </a:p>
        </p:txBody>
      </p:sp>
      <p:sp>
        <p:nvSpPr>
          <p:cNvPr id="621" name="Google Shape;621;p63"/>
          <p:cNvSpPr txBox="1"/>
          <p:nvPr/>
        </p:nvSpPr>
        <p:spPr>
          <a:xfrm>
            <a:off x="4149650" y="4227100"/>
            <a:ext cx="4737300" cy="774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100">
                <a:solidFill>
                  <a:schemeClr val="dk1"/>
                </a:solidFill>
                <a:latin typeface="Spectral"/>
                <a:ea typeface="Spectral"/>
                <a:cs typeface="Spectral"/>
                <a:sym typeface="Spectral"/>
              </a:rPr>
              <a:t>Created &amp; Submitted by: </a:t>
            </a:r>
            <a:endParaRPr sz="2100">
              <a:solidFill>
                <a:schemeClr val="dk1"/>
              </a:solidFill>
              <a:latin typeface="Spectral"/>
              <a:ea typeface="Spectral"/>
              <a:cs typeface="Spectral"/>
              <a:sym typeface="Spectral"/>
            </a:endParaRPr>
          </a:p>
          <a:p>
            <a:pPr indent="0" lvl="0" marL="0" rtl="0" algn="r">
              <a:spcBef>
                <a:spcPts val="0"/>
              </a:spcBef>
              <a:spcAft>
                <a:spcPts val="0"/>
              </a:spcAft>
              <a:buNone/>
            </a:pPr>
            <a:r>
              <a:rPr lang="en" sz="2100">
                <a:solidFill>
                  <a:schemeClr val="dk1"/>
                </a:solidFill>
                <a:latin typeface="Spectral"/>
                <a:ea typeface="Spectral"/>
                <a:cs typeface="Spectral"/>
                <a:sym typeface="Spectral"/>
              </a:rPr>
              <a:t>Anushka Jade</a:t>
            </a:r>
            <a:endParaRPr sz="2100">
              <a:solidFill>
                <a:schemeClr val="dk1"/>
              </a:solidFill>
              <a:latin typeface="Spectral"/>
              <a:ea typeface="Spectral"/>
              <a:cs typeface="Spectral"/>
              <a:sym typeface="Spectral"/>
            </a:endParaRPr>
          </a:p>
        </p:txBody>
      </p:sp>
      <p:sp>
        <p:nvSpPr>
          <p:cNvPr id="622" name="Google Shape;622;p63"/>
          <p:cNvSpPr txBox="1"/>
          <p:nvPr/>
        </p:nvSpPr>
        <p:spPr>
          <a:xfrm>
            <a:off x="5388000" y="36100"/>
            <a:ext cx="3651300" cy="56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600">
                <a:solidFill>
                  <a:schemeClr val="dk1"/>
                </a:solidFill>
                <a:latin typeface="Spectral"/>
                <a:ea typeface="Spectral"/>
                <a:cs typeface="Spectral"/>
                <a:sym typeface="Spectral"/>
              </a:rPr>
              <a:t>Excel Hyperlink (</a:t>
            </a:r>
            <a:r>
              <a:rPr lang="en" sz="1600" u="sng">
                <a:solidFill>
                  <a:schemeClr val="hlink"/>
                </a:solidFill>
                <a:latin typeface="Spectral"/>
                <a:ea typeface="Spectral"/>
                <a:cs typeface="Spectral"/>
                <a:sym typeface="Spectral"/>
                <a:hlinkClick r:id="rId3"/>
              </a:rPr>
              <a:t>CLICK HERE</a:t>
            </a:r>
            <a:r>
              <a:rPr lang="en" sz="1600">
                <a:solidFill>
                  <a:schemeClr val="dk1"/>
                </a:solidFill>
                <a:latin typeface="Spectral"/>
                <a:ea typeface="Spectral"/>
                <a:cs typeface="Spectral"/>
                <a:sym typeface="Spectral"/>
              </a:rPr>
              <a:t>)</a:t>
            </a:r>
            <a:endParaRPr sz="1600">
              <a:solidFill>
                <a:schemeClr val="dk1"/>
              </a:solidFill>
              <a:latin typeface="Spectral"/>
              <a:ea typeface="Spectral"/>
              <a:cs typeface="Spectral"/>
              <a:sym typeface="Spectr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626" name="Shape 626"/>
        <p:cNvGrpSpPr/>
        <p:nvPr/>
      </p:nvGrpSpPr>
      <p:grpSpPr>
        <a:xfrm>
          <a:off x="0" y="0"/>
          <a:ext cx="0" cy="0"/>
          <a:chOff x="0" y="0"/>
          <a:chExt cx="0" cy="0"/>
        </a:xfrm>
      </p:grpSpPr>
      <p:sp>
        <p:nvSpPr>
          <p:cNvPr id="627" name="Google Shape;627;p64"/>
          <p:cNvSpPr txBox="1"/>
          <p:nvPr>
            <p:ph idx="1" type="body"/>
          </p:nvPr>
        </p:nvSpPr>
        <p:spPr>
          <a:xfrm>
            <a:off x="222475" y="960000"/>
            <a:ext cx="8567700" cy="3230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1600"/>
              <a:t>To perform EDA on the provided dataset and </a:t>
            </a:r>
            <a:r>
              <a:rPr lang="en" sz="1600"/>
              <a:t>identify</a:t>
            </a:r>
            <a:r>
              <a:rPr lang="en" sz="1600"/>
              <a:t> the patterns and trends that provides distinction between right and risky customers and in turn deliver insights on two key objectives:</a:t>
            </a:r>
            <a:endParaRPr sz="1600"/>
          </a:p>
          <a:p>
            <a:pPr indent="-330200" lvl="0" marL="457200" rtl="0" algn="l">
              <a:spcBef>
                <a:spcPts val="0"/>
              </a:spcBef>
              <a:spcAft>
                <a:spcPts val="0"/>
              </a:spcAft>
              <a:buSzPts val="1600"/>
              <a:buAutoNum type="arabicPeriod"/>
            </a:pPr>
            <a:r>
              <a:rPr lang="en" sz="1600"/>
              <a:t>Identify the right customers for </a:t>
            </a:r>
            <a:r>
              <a:rPr b="1" lang="en" sz="1600"/>
              <a:t>loan approval</a:t>
            </a:r>
            <a:r>
              <a:rPr lang="en" sz="1600"/>
              <a:t>.</a:t>
            </a:r>
            <a:endParaRPr sz="1600"/>
          </a:p>
          <a:p>
            <a:pPr indent="-330200" lvl="0" marL="457200" rtl="0" algn="l">
              <a:spcBef>
                <a:spcPts val="0"/>
              </a:spcBef>
              <a:spcAft>
                <a:spcPts val="0"/>
              </a:spcAft>
              <a:buSzPts val="1600"/>
              <a:buAutoNum type="arabicPeriod"/>
            </a:pPr>
            <a:r>
              <a:rPr lang="en" sz="1600"/>
              <a:t>Identify </a:t>
            </a:r>
            <a:r>
              <a:rPr lang="en" sz="1600"/>
              <a:t>risky</a:t>
            </a:r>
            <a:r>
              <a:rPr lang="en" sz="1600"/>
              <a:t> customers and use right approach to deal with those customers to prevent </a:t>
            </a:r>
            <a:r>
              <a:rPr b="1" lang="en" sz="1600"/>
              <a:t>loan default</a:t>
            </a:r>
            <a:r>
              <a:rPr lang="en" sz="1600"/>
              <a:t>. </a:t>
            </a:r>
            <a:endParaRPr sz="1600"/>
          </a:p>
          <a:p>
            <a:pPr indent="0" lvl="0" marL="457200" rtl="0" algn="l">
              <a:spcBef>
                <a:spcPts val="0"/>
              </a:spcBef>
              <a:spcAft>
                <a:spcPts val="0"/>
              </a:spcAft>
              <a:buNone/>
            </a:pPr>
            <a:r>
              <a:t/>
            </a:r>
            <a:endParaRPr sz="1600"/>
          </a:p>
          <a:p>
            <a:pPr indent="0" lvl="0" marL="0" rtl="0" algn="l">
              <a:spcBef>
                <a:spcPts val="0"/>
              </a:spcBef>
              <a:spcAft>
                <a:spcPts val="0"/>
              </a:spcAft>
              <a:buNone/>
            </a:pPr>
            <a:r>
              <a:rPr lang="en" sz="1600"/>
              <a:t>For the data analysis &amp; visualization, MS Excel shall be used for this project.</a:t>
            </a:r>
            <a:endParaRPr sz="1600"/>
          </a:p>
        </p:txBody>
      </p:sp>
      <p:sp>
        <p:nvSpPr>
          <p:cNvPr id="628" name="Google Shape;628;p64"/>
          <p:cNvSpPr txBox="1"/>
          <p:nvPr>
            <p:ph type="title"/>
          </p:nvPr>
        </p:nvSpPr>
        <p:spPr>
          <a:xfrm>
            <a:off x="81875" y="335300"/>
            <a:ext cx="5665200" cy="77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solidFill>
                  <a:srgbClr val="00160D"/>
                </a:solidFill>
              </a:rPr>
              <a:t>Project Description</a:t>
            </a:r>
            <a:endParaRPr sz="3000">
              <a:solidFill>
                <a:srgbClr val="00160D"/>
              </a:solidFill>
            </a:endParaRPr>
          </a:p>
        </p:txBody>
      </p:sp>
      <p:cxnSp>
        <p:nvCxnSpPr>
          <p:cNvPr id="629" name="Google Shape;629;p64"/>
          <p:cNvCxnSpPr/>
          <p:nvPr/>
        </p:nvCxnSpPr>
        <p:spPr>
          <a:xfrm>
            <a:off x="38100" y="712425"/>
            <a:ext cx="9109500" cy="21300"/>
          </a:xfrm>
          <a:prstGeom prst="straightConnector1">
            <a:avLst/>
          </a:prstGeom>
          <a:noFill/>
          <a:ln cap="flat" cmpd="sng" w="9525">
            <a:solidFill>
              <a:srgbClr val="00160D"/>
            </a:solidFill>
            <a:prstDash val="solid"/>
            <a:round/>
            <a:headEnd len="med" w="med" type="none"/>
            <a:tailEnd len="med" w="med" type="none"/>
          </a:ln>
        </p:spPr>
      </p:cxnSp>
      <p:sp>
        <p:nvSpPr>
          <p:cNvPr id="630" name="Google Shape;630;p64"/>
          <p:cNvSpPr txBox="1"/>
          <p:nvPr/>
        </p:nvSpPr>
        <p:spPr>
          <a:xfrm>
            <a:off x="6208800" y="0"/>
            <a:ext cx="3000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dk1"/>
                </a:solidFill>
                <a:latin typeface="Spectral"/>
                <a:ea typeface="Spectral"/>
                <a:cs typeface="Spectral"/>
                <a:sym typeface="Spectral"/>
              </a:rPr>
              <a:t>Excel Hyperlink (</a:t>
            </a:r>
            <a:r>
              <a:rPr lang="en" u="sng">
                <a:solidFill>
                  <a:schemeClr val="hlink"/>
                </a:solidFill>
                <a:latin typeface="Spectral"/>
                <a:ea typeface="Spectral"/>
                <a:cs typeface="Spectral"/>
                <a:sym typeface="Spectral"/>
                <a:hlinkClick r:id="rId3"/>
              </a:rPr>
              <a:t>CLICK HERE</a:t>
            </a:r>
            <a:r>
              <a:rPr lang="en">
                <a:solidFill>
                  <a:schemeClr val="dk1"/>
                </a:solidFill>
                <a:latin typeface="Spectral"/>
                <a:ea typeface="Spectral"/>
                <a:cs typeface="Spectral"/>
                <a:sym typeface="Spectral"/>
              </a:rPr>
              <a:t>)</a:t>
            </a:r>
            <a:endParaRPr>
              <a:solidFill>
                <a:schemeClr val="dk1"/>
              </a:solidFill>
              <a:latin typeface="Spectral"/>
              <a:ea typeface="Spectral"/>
              <a:cs typeface="Spectral"/>
              <a:sym typeface="Spectr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634" name="Shape 634"/>
        <p:cNvGrpSpPr/>
        <p:nvPr/>
      </p:nvGrpSpPr>
      <p:grpSpPr>
        <a:xfrm>
          <a:off x="0" y="0"/>
          <a:ext cx="0" cy="0"/>
          <a:chOff x="0" y="0"/>
          <a:chExt cx="0" cy="0"/>
        </a:xfrm>
      </p:grpSpPr>
      <p:pic>
        <p:nvPicPr>
          <p:cNvPr descr="Tasklist icon." id="635" name="Google Shape;635;p65"/>
          <p:cNvPicPr preferRelativeResize="0"/>
          <p:nvPr>
            <p:ph idx="5" type="pic"/>
          </p:nvPr>
        </p:nvPicPr>
        <p:blipFill>
          <a:blip r:embed="rId3">
            <a:alphaModFix/>
          </a:blip>
          <a:stretch>
            <a:fillRect/>
          </a:stretch>
        </p:blipFill>
        <p:spPr>
          <a:xfrm>
            <a:off x="2218450" y="1557900"/>
            <a:ext cx="994200" cy="994200"/>
          </a:xfrm>
          <a:prstGeom prst="rect">
            <a:avLst/>
          </a:prstGeom>
        </p:spPr>
      </p:pic>
      <p:pic>
        <p:nvPicPr>
          <p:cNvPr id="636" name="Google Shape;636;p65"/>
          <p:cNvPicPr preferRelativeResize="0"/>
          <p:nvPr>
            <p:ph idx="6" type="pic"/>
          </p:nvPr>
        </p:nvPicPr>
        <p:blipFill rotWithShape="1">
          <a:blip r:embed="rId4">
            <a:alphaModFix/>
          </a:blip>
          <a:srcRect b="25356" l="8719" r="8711" t="0"/>
          <a:stretch/>
        </p:blipFill>
        <p:spPr>
          <a:xfrm>
            <a:off x="334697" y="1557900"/>
            <a:ext cx="994202" cy="994198"/>
          </a:xfrm>
          <a:prstGeom prst="rect">
            <a:avLst/>
          </a:prstGeom>
          <a:effectLst>
            <a:outerShdw rotWithShape="0" algn="bl" dist="19050">
              <a:srgbClr val="000000">
                <a:alpha val="80000"/>
              </a:srgbClr>
            </a:outerShdw>
          </a:effectLst>
        </p:spPr>
      </p:pic>
      <p:pic>
        <p:nvPicPr>
          <p:cNvPr descr="Upward trend arrow icon." id="637" name="Google Shape;637;p65"/>
          <p:cNvPicPr preferRelativeResize="0"/>
          <p:nvPr>
            <p:ph idx="7" type="pic"/>
          </p:nvPr>
        </p:nvPicPr>
        <p:blipFill rotWithShape="1">
          <a:blip r:embed="rId5">
            <a:alphaModFix/>
          </a:blip>
          <a:srcRect b="0" l="0" r="0" t="0"/>
          <a:stretch/>
        </p:blipFill>
        <p:spPr>
          <a:xfrm>
            <a:off x="5854957" y="1557900"/>
            <a:ext cx="994200" cy="994200"/>
          </a:xfrm>
          <a:prstGeom prst="rect">
            <a:avLst/>
          </a:prstGeom>
        </p:spPr>
      </p:pic>
      <p:pic>
        <p:nvPicPr>
          <p:cNvPr id="638" name="Google Shape;638;p65"/>
          <p:cNvPicPr preferRelativeResize="0"/>
          <p:nvPr>
            <p:ph idx="8" type="pic"/>
          </p:nvPr>
        </p:nvPicPr>
        <p:blipFill rotWithShape="1">
          <a:blip r:embed="rId6">
            <a:alphaModFix/>
          </a:blip>
          <a:srcRect b="0" l="6597" r="6605" t="0"/>
          <a:stretch/>
        </p:blipFill>
        <p:spPr>
          <a:xfrm>
            <a:off x="4061541" y="1557900"/>
            <a:ext cx="994200" cy="994200"/>
          </a:xfrm>
          <a:prstGeom prst="rect">
            <a:avLst/>
          </a:prstGeom>
        </p:spPr>
      </p:pic>
      <p:sp>
        <p:nvSpPr>
          <p:cNvPr id="639" name="Google Shape;639;p65"/>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00160D"/>
                </a:solidFill>
              </a:rPr>
              <a:t>Approach</a:t>
            </a:r>
            <a:endParaRPr sz="3000">
              <a:solidFill>
                <a:srgbClr val="00160D"/>
              </a:solidFill>
            </a:endParaRPr>
          </a:p>
        </p:txBody>
      </p:sp>
      <p:sp>
        <p:nvSpPr>
          <p:cNvPr id="640" name="Google Shape;640;p65"/>
          <p:cNvSpPr txBox="1"/>
          <p:nvPr>
            <p:ph idx="3" type="subTitle"/>
          </p:nvPr>
        </p:nvSpPr>
        <p:spPr>
          <a:xfrm>
            <a:off x="53325" y="2660400"/>
            <a:ext cx="1824300" cy="435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500">
                <a:latin typeface="Spectral"/>
                <a:ea typeface="Spectral"/>
                <a:cs typeface="Spectral"/>
                <a:sym typeface="Spectral"/>
              </a:rPr>
              <a:t>Understanding the </a:t>
            </a:r>
            <a:r>
              <a:rPr lang="en" sz="1500">
                <a:latin typeface="Spectral"/>
                <a:ea typeface="Spectral"/>
                <a:cs typeface="Spectral"/>
                <a:sym typeface="Spectral"/>
              </a:rPr>
              <a:t>provided Dataset &amp; </a:t>
            </a:r>
            <a:r>
              <a:rPr b="1" lang="en" sz="1500">
                <a:latin typeface="Spectral"/>
                <a:ea typeface="Spectral"/>
                <a:cs typeface="Spectral"/>
                <a:sym typeface="Spectral"/>
              </a:rPr>
              <a:t>Risk analytics</a:t>
            </a:r>
            <a:r>
              <a:rPr lang="en" sz="1500">
                <a:latin typeface="Spectral"/>
                <a:ea typeface="Spectral"/>
                <a:cs typeface="Spectral"/>
                <a:sym typeface="Spectral"/>
              </a:rPr>
              <a:t> in Banking &amp; Finance</a:t>
            </a:r>
            <a:endParaRPr sz="1500">
              <a:latin typeface="Spectral"/>
              <a:ea typeface="Spectral"/>
              <a:cs typeface="Spectral"/>
              <a:sym typeface="Spectral"/>
            </a:endParaRPr>
          </a:p>
        </p:txBody>
      </p:sp>
      <p:sp>
        <p:nvSpPr>
          <p:cNvPr id="641" name="Google Shape;641;p65"/>
          <p:cNvSpPr txBox="1"/>
          <p:nvPr>
            <p:ph idx="13" type="subTitle"/>
          </p:nvPr>
        </p:nvSpPr>
        <p:spPr>
          <a:xfrm>
            <a:off x="1953900" y="2660400"/>
            <a:ext cx="1680900" cy="435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500">
                <a:latin typeface="Spectral"/>
                <a:ea typeface="Spectral"/>
                <a:cs typeface="Spectral"/>
                <a:sym typeface="Spectral"/>
              </a:rPr>
              <a:t>Understanding the tasks and preparing data for the same</a:t>
            </a:r>
            <a:endParaRPr sz="1500">
              <a:latin typeface="Spectral"/>
              <a:ea typeface="Spectral"/>
              <a:cs typeface="Spectral"/>
              <a:sym typeface="Spectral"/>
            </a:endParaRPr>
          </a:p>
        </p:txBody>
      </p:sp>
      <p:sp>
        <p:nvSpPr>
          <p:cNvPr id="642" name="Google Shape;642;p65"/>
          <p:cNvSpPr txBox="1"/>
          <p:nvPr>
            <p:ph idx="15" type="subTitle"/>
          </p:nvPr>
        </p:nvSpPr>
        <p:spPr>
          <a:xfrm>
            <a:off x="3858899" y="2660400"/>
            <a:ext cx="1551900" cy="435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500">
                <a:latin typeface="Spectral"/>
                <a:ea typeface="Spectral"/>
                <a:cs typeface="Spectral"/>
                <a:sym typeface="Spectral"/>
              </a:rPr>
              <a:t>Performing data analysis and implementing excel functions based on given 5 tasks.</a:t>
            </a:r>
            <a:endParaRPr sz="1500">
              <a:latin typeface="Spectral"/>
              <a:ea typeface="Spectral"/>
              <a:cs typeface="Spectral"/>
              <a:sym typeface="Spectral"/>
            </a:endParaRPr>
          </a:p>
        </p:txBody>
      </p:sp>
      <p:sp>
        <p:nvSpPr>
          <p:cNvPr id="643" name="Google Shape;643;p65"/>
          <p:cNvSpPr txBox="1"/>
          <p:nvPr>
            <p:ph idx="17" type="subTitle"/>
          </p:nvPr>
        </p:nvSpPr>
        <p:spPr>
          <a:xfrm>
            <a:off x="5611499" y="2660400"/>
            <a:ext cx="1680900" cy="435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500">
                <a:latin typeface="Spectral"/>
                <a:ea typeface="Spectral"/>
                <a:cs typeface="Spectral"/>
                <a:sym typeface="Spectral"/>
              </a:rPr>
              <a:t>Using different graphs and charts to </a:t>
            </a:r>
            <a:r>
              <a:rPr lang="en" sz="1500">
                <a:latin typeface="Spectral"/>
                <a:ea typeface="Spectral"/>
                <a:cs typeface="Spectral"/>
                <a:sym typeface="Spectral"/>
              </a:rPr>
              <a:t>infer</a:t>
            </a:r>
            <a:r>
              <a:rPr lang="en" sz="1500">
                <a:latin typeface="Spectral"/>
                <a:ea typeface="Spectral"/>
                <a:cs typeface="Spectral"/>
                <a:sym typeface="Spectral"/>
              </a:rPr>
              <a:t> the data and analyze trends/correlation</a:t>
            </a:r>
            <a:endParaRPr sz="1500">
              <a:latin typeface="Spectral"/>
              <a:ea typeface="Spectral"/>
              <a:cs typeface="Spectral"/>
              <a:sym typeface="Spectral"/>
            </a:endParaRPr>
          </a:p>
        </p:txBody>
      </p:sp>
      <p:pic>
        <p:nvPicPr>
          <p:cNvPr descr="Lightbulb icon." id="644" name="Google Shape;644;p65"/>
          <p:cNvPicPr preferRelativeResize="0"/>
          <p:nvPr>
            <p:ph idx="9" type="pic"/>
          </p:nvPr>
        </p:nvPicPr>
        <p:blipFill rotWithShape="1">
          <a:blip r:embed="rId7">
            <a:alphaModFix/>
          </a:blip>
          <a:srcRect b="80" l="0" r="0" t="90"/>
          <a:stretch/>
        </p:blipFill>
        <p:spPr>
          <a:xfrm>
            <a:off x="7814413" y="1557900"/>
            <a:ext cx="994200" cy="994200"/>
          </a:xfrm>
          <a:prstGeom prst="rect">
            <a:avLst/>
          </a:prstGeom>
        </p:spPr>
      </p:pic>
      <p:sp>
        <p:nvSpPr>
          <p:cNvPr id="645" name="Google Shape;645;p65"/>
          <p:cNvSpPr txBox="1"/>
          <p:nvPr>
            <p:ph idx="19" type="subTitle"/>
          </p:nvPr>
        </p:nvSpPr>
        <p:spPr>
          <a:xfrm>
            <a:off x="7516507" y="2660400"/>
            <a:ext cx="1426200" cy="435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500">
                <a:latin typeface="Spectral"/>
                <a:ea typeface="Spectral"/>
                <a:cs typeface="Spectral"/>
                <a:sym typeface="Spectral"/>
              </a:rPr>
              <a:t>Presenting the Insights</a:t>
            </a:r>
            <a:endParaRPr sz="1500">
              <a:latin typeface="Spectral"/>
              <a:ea typeface="Spectral"/>
              <a:cs typeface="Spectral"/>
              <a:sym typeface="Spectral"/>
            </a:endParaRPr>
          </a:p>
        </p:txBody>
      </p:sp>
      <p:cxnSp>
        <p:nvCxnSpPr>
          <p:cNvPr id="646" name="Google Shape;646;p65"/>
          <p:cNvCxnSpPr/>
          <p:nvPr/>
        </p:nvCxnSpPr>
        <p:spPr>
          <a:xfrm>
            <a:off x="38100" y="712425"/>
            <a:ext cx="9109500" cy="21300"/>
          </a:xfrm>
          <a:prstGeom prst="straightConnector1">
            <a:avLst/>
          </a:prstGeom>
          <a:noFill/>
          <a:ln cap="flat" cmpd="sng" w="9525">
            <a:solidFill>
              <a:srgbClr val="00160D"/>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650" name="Shape 650"/>
        <p:cNvGrpSpPr/>
        <p:nvPr/>
      </p:nvGrpSpPr>
      <p:grpSpPr>
        <a:xfrm>
          <a:off x="0" y="0"/>
          <a:ext cx="0" cy="0"/>
          <a:chOff x="0" y="0"/>
          <a:chExt cx="0" cy="0"/>
        </a:xfrm>
      </p:grpSpPr>
      <p:sp>
        <p:nvSpPr>
          <p:cNvPr id="651" name="Google Shape;651;p66"/>
          <p:cNvSpPr txBox="1"/>
          <p:nvPr>
            <p:ph idx="2" type="body"/>
          </p:nvPr>
        </p:nvSpPr>
        <p:spPr>
          <a:xfrm>
            <a:off x="4871350" y="1388350"/>
            <a:ext cx="3837000" cy="3695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lphaUcPeriod"/>
            </a:pPr>
            <a:r>
              <a:rPr lang="en" sz="1600"/>
              <a:t>Identify Missing Data and deal with it appropriately</a:t>
            </a:r>
            <a:endParaRPr sz="1600"/>
          </a:p>
          <a:p>
            <a:pPr indent="-330200" lvl="0" marL="457200" rtl="0" algn="l">
              <a:spcBef>
                <a:spcPts val="0"/>
              </a:spcBef>
              <a:spcAft>
                <a:spcPts val="0"/>
              </a:spcAft>
              <a:buSzPts val="1600"/>
              <a:buAutoNum type="alphaUcPeriod"/>
            </a:pPr>
            <a:r>
              <a:rPr lang="en" sz="1600"/>
              <a:t>Identify Outliers in the Dataset</a:t>
            </a:r>
            <a:endParaRPr sz="1600"/>
          </a:p>
          <a:p>
            <a:pPr indent="-330200" lvl="0" marL="457200" rtl="0" algn="l">
              <a:spcBef>
                <a:spcPts val="0"/>
              </a:spcBef>
              <a:spcAft>
                <a:spcPts val="0"/>
              </a:spcAft>
              <a:buSzPts val="1600"/>
              <a:buAutoNum type="alphaUcPeriod"/>
            </a:pPr>
            <a:r>
              <a:rPr lang="en" sz="1600"/>
              <a:t>Analyze Data Imbalance</a:t>
            </a:r>
            <a:endParaRPr sz="1600"/>
          </a:p>
          <a:p>
            <a:pPr indent="-330200" lvl="0" marL="457200" rtl="0" algn="l">
              <a:spcBef>
                <a:spcPts val="0"/>
              </a:spcBef>
              <a:spcAft>
                <a:spcPts val="0"/>
              </a:spcAft>
              <a:buSzPts val="1600"/>
              <a:buAutoNum type="alphaUcPeriod"/>
            </a:pPr>
            <a:r>
              <a:rPr lang="en" sz="1600"/>
              <a:t>Perform Univariate, Segmented Univariate, and Bivariate Analysis</a:t>
            </a:r>
            <a:endParaRPr sz="1600"/>
          </a:p>
          <a:p>
            <a:pPr indent="-330200" lvl="0" marL="457200" rtl="0" algn="l">
              <a:spcBef>
                <a:spcPts val="0"/>
              </a:spcBef>
              <a:spcAft>
                <a:spcPts val="0"/>
              </a:spcAft>
              <a:buSzPts val="1600"/>
              <a:buAutoNum type="alphaUcPeriod"/>
            </a:pPr>
            <a:r>
              <a:rPr lang="en" sz="1600"/>
              <a:t>Identify Top Correlations for Different Scenarios</a:t>
            </a:r>
            <a:endParaRPr sz="1600"/>
          </a:p>
          <a:p>
            <a:pPr indent="0" lvl="0" marL="457200" rtl="0" algn="l">
              <a:spcBef>
                <a:spcPts val="0"/>
              </a:spcBef>
              <a:spcAft>
                <a:spcPts val="0"/>
              </a:spcAft>
              <a:buNone/>
            </a:pPr>
            <a:r>
              <a:t/>
            </a:r>
            <a:endParaRPr sz="1600"/>
          </a:p>
        </p:txBody>
      </p:sp>
      <p:sp>
        <p:nvSpPr>
          <p:cNvPr id="652" name="Google Shape;652;p66"/>
          <p:cNvSpPr txBox="1"/>
          <p:nvPr>
            <p:ph idx="4294967295" type="title"/>
          </p:nvPr>
        </p:nvSpPr>
        <p:spPr>
          <a:xfrm>
            <a:off x="978925" y="-83225"/>
            <a:ext cx="7538100" cy="905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4600">
                <a:latin typeface="Familjen Grotesk Medium"/>
                <a:ea typeface="Familjen Grotesk Medium"/>
                <a:cs typeface="Familjen Grotesk Medium"/>
                <a:sym typeface="Familjen Grotesk Medium"/>
              </a:rPr>
              <a:t>Understanding the Tasks</a:t>
            </a:r>
            <a:endParaRPr sz="4600">
              <a:latin typeface="Familjen Grotesk Medium"/>
              <a:ea typeface="Familjen Grotesk Medium"/>
              <a:cs typeface="Familjen Grotesk Medium"/>
              <a:sym typeface="Familjen Grotesk Medium"/>
            </a:endParaRPr>
          </a:p>
          <a:p>
            <a:pPr indent="0" lvl="0" marL="0" rtl="0" algn="l">
              <a:spcBef>
                <a:spcPts val="0"/>
              </a:spcBef>
              <a:spcAft>
                <a:spcPts val="0"/>
              </a:spcAft>
              <a:buNone/>
            </a:pPr>
            <a:r>
              <a:t/>
            </a:r>
            <a:endParaRPr sz="4600">
              <a:latin typeface="Familjen Grotesk Medium"/>
              <a:ea typeface="Familjen Grotesk Medium"/>
              <a:cs typeface="Familjen Grotesk Medium"/>
              <a:sym typeface="Familjen Grotesk Medium"/>
            </a:endParaRPr>
          </a:p>
        </p:txBody>
      </p:sp>
      <p:sp>
        <p:nvSpPr>
          <p:cNvPr id="653" name="Google Shape;653;p66"/>
          <p:cNvSpPr txBox="1"/>
          <p:nvPr>
            <p:ph idx="2" type="body"/>
          </p:nvPr>
        </p:nvSpPr>
        <p:spPr>
          <a:xfrm>
            <a:off x="369600" y="1387000"/>
            <a:ext cx="3837000" cy="369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Given tasks for data analysis are as follows.</a:t>
            </a:r>
            <a:endParaRPr sz="1600"/>
          </a:p>
          <a:p>
            <a:pPr indent="0" lvl="0" marL="0" rtl="0" algn="l">
              <a:spcBef>
                <a:spcPts val="0"/>
              </a:spcBef>
              <a:spcAft>
                <a:spcPts val="0"/>
              </a:spcAft>
              <a:buNone/>
            </a:pPr>
            <a:r>
              <a:rPr lang="en" sz="1600"/>
              <a:t>For each task, different excel functions &amp; visualization methods will be used.</a:t>
            </a:r>
            <a:endParaRPr sz="1600"/>
          </a:p>
        </p:txBody>
      </p:sp>
      <p:cxnSp>
        <p:nvCxnSpPr>
          <p:cNvPr id="654" name="Google Shape;654;p66"/>
          <p:cNvCxnSpPr/>
          <p:nvPr/>
        </p:nvCxnSpPr>
        <p:spPr>
          <a:xfrm>
            <a:off x="1104900" y="712425"/>
            <a:ext cx="8019600" cy="7200"/>
          </a:xfrm>
          <a:prstGeom prst="straightConnector1">
            <a:avLst/>
          </a:prstGeom>
          <a:noFill/>
          <a:ln cap="flat" cmpd="sng" w="9525">
            <a:solidFill>
              <a:srgbClr val="00160D"/>
            </a:solidFill>
            <a:prstDash val="solid"/>
            <a:round/>
            <a:headEnd len="med" w="med" type="none"/>
            <a:tailEnd len="med" w="med" type="none"/>
          </a:ln>
        </p:spPr>
      </p:cxnSp>
      <p:pic>
        <p:nvPicPr>
          <p:cNvPr descr="Tasklist icon." id="655" name="Google Shape;655;p66"/>
          <p:cNvPicPr preferRelativeResize="0"/>
          <p:nvPr>
            <p:ph idx="2" type="pic"/>
          </p:nvPr>
        </p:nvPicPr>
        <p:blipFill>
          <a:blip r:embed="rId3">
            <a:alphaModFix/>
          </a:blip>
          <a:stretch>
            <a:fillRect/>
          </a:stretch>
        </p:blipFill>
        <p:spPr>
          <a:xfrm>
            <a:off x="31450" y="33900"/>
            <a:ext cx="905100" cy="905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659" name="Shape 659"/>
        <p:cNvGrpSpPr/>
        <p:nvPr/>
      </p:nvGrpSpPr>
      <p:grpSpPr>
        <a:xfrm>
          <a:off x="0" y="0"/>
          <a:ext cx="0" cy="0"/>
          <a:chOff x="0" y="0"/>
          <a:chExt cx="0" cy="0"/>
        </a:xfrm>
      </p:grpSpPr>
      <p:sp>
        <p:nvSpPr>
          <p:cNvPr id="660" name="Google Shape;660;p67"/>
          <p:cNvSpPr txBox="1"/>
          <p:nvPr>
            <p:ph type="title"/>
          </p:nvPr>
        </p:nvSpPr>
        <p:spPr>
          <a:xfrm>
            <a:off x="989375" y="248750"/>
            <a:ext cx="8100600" cy="732300"/>
          </a:xfrm>
          <a:prstGeom prst="rect">
            <a:avLst/>
          </a:prstGeom>
        </p:spPr>
        <p:txBody>
          <a:bodyPr anchorCtr="0" anchor="t" bIns="91425" lIns="91425" spcFirstLastPara="1" rIns="91425" wrap="square" tIns="91425">
            <a:noAutofit/>
          </a:bodyPr>
          <a:lstStyle/>
          <a:p>
            <a:pPr indent="-393700" lvl="0" marL="457200" rtl="0" algn="l">
              <a:lnSpc>
                <a:spcPct val="100000"/>
              </a:lnSpc>
              <a:spcBef>
                <a:spcPts val="0"/>
              </a:spcBef>
              <a:spcAft>
                <a:spcPts val="0"/>
              </a:spcAft>
              <a:buSzPts val="2600"/>
              <a:buFont typeface="Familjen Grotesk Medium"/>
              <a:buAutoNum type="alphaUcPeriod"/>
            </a:pPr>
            <a:r>
              <a:rPr lang="en" sz="2600">
                <a:latin typeface="Familjen Grotesk Medium"/>
                <a:ea typeface="Familjen Grotesk Medium"/>
                <a:cs typeface="Familjen Grotesk Medium"/>
                <a:sym typeface="Familjen Grotesk Medium"/>
              </a:rPr>
              <a:t>Identify Missing Data and deal with it appropriately</a:t>
            </a:r>
            <a:endParaRPr sz="2600">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4600">
              <a:latin typeface="Familjen Grotesk Medium"/>
              <a:ea typeface="Familjen Grotesk Medium"/>
              <a:cs typeface="Familjen Grotesk Medium"/>
              <a:sym typeface="Familjen Grotesk Medium"/>
            </a:endParaRPr>
          </a:p>
        </p:txBody>
      </p:sp>
      <p:pic>
        <p:nvPicPr>
          <p:cNvPr id="661" name="Google Shape;661;p67"/>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662" name="Google Shape;662;p67"/>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663" name="Google Shape;663;p67"/>
          <p:cNvSpPr txBox="1"/>
          <p:nvPr/>
        </p:nvSpPr>
        <p:spPr>
          <a:xfrm>
            <a:off x="6333650" y="1291725"/>
            <a:ext cx="2710200" cy="2352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Spectral"/>
              <a:buChar char="●"/>
            </a:pPr>
            <a:r>
              <a:rPr lang="en">
                <a:solidFill>
                  <a:schemeClr val="dk1"/>
                </a:solidFill>
                <a:latin typeface="Spectral"/>
                <a:ea typeface="Spectral"/>
                <a:cs typeface="Spectral"/>
                <a:sym typeface="Spectral"/>
              </a:rPr>
              <a:t>Performed EDA appropriately.</a:t>
            </a:r>
            <a:endParaRPr>
              <a:solidFill>
                <a:schemeClr val="dk1"/>
              </a:solidFill>
              <a:latin typeface="Spectral"/>
              <a:ea typeface="Spectral"/>
              <a:cs typeface="Spectral"/>
              <a:sym typeface="Spectral"/>
            </a:endParaRPr>
          </a:p>
          <a:p>
            <a:pPr indent="0" lvl="0" marL="457200" rtl="0" algn="l">
              <a:spcBef>
                <a:spcPts val="0"/>
              </a:spcBef>
              <a:spcAft>
                <a:spcPts val="0"/>
              </a:spcAft>
              <a:buNone/>
            </a:pPr>
            <a:r>
              <a:t/>
            </a:r>
            <a:endParaRPr>
              <a:solidFill>
                <a:schemeClr val="dk1"/>
              </a:solidFill>
              <a:latin typeface="Spectral"/>
              <a:ea typeface="Spectral"/>
              <a:cs typeface="Spectral"/>
              <a:sym typeface="Spectral"/>
            </a:endParaRPr>
          </a:p>
          <a:p>
            <a:pPr indent="-317500" lvl="0" marL="457200" rtl="0" algn="l">
              <a:spcBef>
                <a:spcPts val="0"/>
              </a:spcBef>
              <a:spcAft>
                <a:spcPts val="0"/>
              </a:spcAft>
              <a:buClr>
                <a:schemeClr val="dk1"/>
              </a:buClr>
              <a:buSzPts val="1400"/>
              <a:buFont typeface="Spectral"/>
              <a:buChar char="●"/>
            </a:pPr>
            <a:r>
              <a:rPr lang="en">
                <a:solidFill>
                  <a:schemeClr val="dk1"/>
                </a:solidFill>
                <a:latin typeface="Spectral"/>
                <a:ea typeface="Spectral"/>
                <a:cs typeface="Spectral"/>
                <a:sym typeface="Spectral"/>
              </a:rPr>
              <a:t>Used =CountA() to calculate total records for each column, =CountBlank() to calculate blank cells for each column.</a:t>
            </a:r>
            <a:endParaRPr>
              <a:solidFill>
                <a:schemeClr val="dk1"/>
              </a:solidFill>
              <a:latin typeface="Spectral"/>
              <a:ea typeface="Spectral"/>
              <a:cs typeface="Spectral"/>
              <a:sym typeface="Spectral"/>
            </a:endParaRPr>
          </a:p>
          <a:p>
            <a:pPr indent="-317500" lvl="0" marL="457200" rtl="0" algn="l">
              <a:spcBef>
                <a:spcPts val="0"/>
              </a:spcBef>
              <a:spcAft>
                <a:spcPts val="0"/>
              </a:spcAft>
              <a:buClr>
                <a:schemeClr val="dk1"/>
              </a:buClr>
              <a:buSzPts val="1400"/>
              <a:buFont typeface="Spectral"/>
              <a:buChar char="●"/>
            </a:pPr>
            <a:r>
              <a:rPr lang="en">
                <a:solidFill>
                  <a:schemeClr val="dk1"/>
                </a:solidFill>
                <a:latin typeface="Spectral"/>
                <a:ea typeface="Spectral"/>
                <a:cs typeface="Spectral"/>
                <a:sym typeface="Spectral"/>
              </a:rPr>
              <a:t>Calculated the % value using =IF() to remove the columns that contained more than 30% blank values.</a:t>
            </a:r>
            <a:endParaRPr>
              <a:solidFill>
                <a:schemeClr val="dk1"/>
              </a:solidFill>
              <a:latin typeface="Spectral"/>
              <a:ea typeface="Spectral"/>
              <a:cs typeface="Spectral"/>
              <a:sym typeface="Spectral"/>
            </a:endParaRPr>
          </a:p>
        </p:txBody>
      </p:sp>
      <p:pic>
        <p:nvPicPr>
          <p:cNvPr id="664" name="Google Shape;664;p67"/>
          <p:cNvPicPr preferRelativeResize="0"/>
          <p:nvPr/>
        </p:nvPicPr>
        <p:blipFill>
          <a:blip r:embed="rId4">
            <a:alphaModFix/>
          </a:blip>
          <a:stretch>
            <a:fillRect/>
          </a:stretch>
        </p:blipFill>
        <p:spPr>
          <a:xfrm>
            <a:off x="828600" y="981000"/>
            <a:ext cx="5692701" cy="4086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668" name="Shape 668"/>
        <p:cNvGrpSpPr/>
        <p:nvPr/>
      </p:nvGrpSpPr>
      <p:grpSpPr>
        <a:xfrm>
          <a:off x="0" y="0"/>
          <a:ext cx="0" cy="0"/>
          <a:chOff x="0" y="0"/>
          <a:chExt cx="0" cy="0"/>
        </a:xfrm>
      </p:grpSpPr>
      <p:sp>
        <p:nvSpPr>
          <p:cNvPr id="669" name="Google Shape;669;p68"/>
          <p:cNvSpPr txBox="1"/>
          <p:nvPr>
            <p:ph type="title"/>
          </p:nvPr>
        </p:nvSpPr>
        <p:spPr>
          <a:xfrm>
            <a:off x="989375" y="248750"/>
            <a:ext cx="8100600" cy="732300"/>
          </a:xfrm>
          <a:prstGeom prst="rect">
            <a:avLst/>
          </a:prstGeom>
        </p:spPr>
        <p:txBody>
          <a:bodyPr anchorCtr="0" anchor="t" bIns="91425" lIns="91425" spcFirstLastPara="1" rIns="91425" wrap="square" tIns="91425">
            <a:noAutofit/>
          </a:bodyPr>
          <a:lstStyle/>
          <a:p>
            <a:pPr indent="-393700" lvl="0" marL="457200" rtl="0" algn="l">
              <a:lnSpc>
                <a:spcPct val="100000"/>
              </a:lnSpc>
              <a:spcBef>
                <a:spcPts val="0"/>
              </a:spcBef>
              <a:spcAft>
                <a:spcPts val="0"/>
              </a:spcAft>
              <a:buSzPts val="2600"/>
              <a:buFont typeface="Familjen Grotesk Medium"/>
              <a:buAutoNum type="alphaUcPeriod"/>
            </a:pPr>
            <a:r>
              <a:rPr lang="en" sz="2600">
                <a:latin typeface="Familjen Grotesk Medium"/>
                <a:ea typeface="Familjen Grotesk Medium"/>
                <a:cs typeface="Familjen Grotesk Medium"/>
                <a:sym typeface="Familjen Grotesk Medium"/>
              </a:rPr>
              <a:t>Identify Missing Data and deal with it appropriately</a:t>
            </a:r>
            <a:endParaRPr sz="2600">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4600">
              <a:latin typeface="Familjen Grotesk Medium"/>
              <a:ea typeface="Familjen Grotesk Medium"/>
              <a:cs typeface="Familjen Grotesk Medium"/>
              <a:sym typeface="Familjen Grotesk Medium"/>
            </a:endParaRPr>
          </a:p>
        </p:txBody>
      </p:sp>
      <p:pic>
        <p:nvPicPr>
          <p:cNvPr id="670" name="Google Shape;670;p68"/>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671" name="Google Shape;671;p68"/>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672" name="Google Shape;672;p68"/>
          <p:cNvSpPr txBox="1"/>
          <p:nvPr/>
        </p:nvSpPr>
        <p:spPr>
          <a:xfrm>
            <a:off x="828600" y="1296250"/>
            <a:ext cx="8031300" cy="2767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Spectral"/>
              <a:buChar char="●"/>
            </a:pPr>
            <a:r>
              <a:rPr lang="en">
                <a:solidFill>
                  <a:schemeClr val="dk1"/>
                </a:solidFill>
                <a:latin typeface="Spectral"/>
                <a:ea typeface="Spectral"/>
                <a:cs typeface="Spectral"/>
                <a:sym typeface="Spectral"/>
              </a:rPr>
              <a:t>Here’s the chart of columns clearly crossing 30% bound, which were removed. </a:t>
            </a:r>
            <a:r>
              <a:rPr b="1" lang="en">
                <a:solidFill>
                  <a:schemeClr val="dk1"/>
                </a:solidFill>
                <a:latin typeface="Spectral"/>
                <a:ea typeface="Spectral"/>
                <a:cs typeface="Spectral"/>
                <a:sym typeface="Spectral"/>
              </a:rPr>
              <a:t>50 columns removed</a:t>
            </a:r>
            <a:r>
              <a:rPr lang="en">
                <a:solidFill>
                  <a:schemeClr val="dk1"/>
                </a:solidFill>
                <a:latin typeface="Spectral"/>
                <a:ea typeface="Spectral"/>
                <a:cs typeface="Spectral"/>
                <a:sym typeface="Spectral"/>
              </a:rPr>
              <a:t>.</a:t>
            </a:r>
            <a:endParaRPr>
              <a:solidFill>
                <a:schemeClr val="dk1"/>
              </a:solidFill>
              <a:latin typeface="Spectral"/>
              <a:ea typeface="Spectral"/>
              <a:cs typeface="Spectral"/>
              <a:sym typeface="Spectral"/>
            </a:endParaRPr>
          </a:p>
          <a:p>
            <a:pPr indent="0" lvl="0" marL="457200" rtl="0" algn="l">
              <a:spcBef>
                <a:spcPts val="0"/>
              </a:spcBef>
              <a:spcAft>
                <a:spcPts val="0"/>
              </a:spcAft>
              <a:buNone/>
            </a:pPr>
            <a:r>
              <a:t/>
            </a:r>
            <a:endParaRPr>
              <a:solidFill>
                <a:schemeClr val="dk1"/>
              </a:solidFill>
              <a:latin typeface="Spectral"/>
              <a:ea typeface="Spectral"/>
              <a:cs typeface="Spectral"/>
              <a:sym typeface="Spectral"/>
            </a:endParaRPr>
          </a:p>
          <a:p>
            <a:pPr indent="-317500" lvl="0" marL="457200" rtl="0" algn="l">
              <a:spcBef>
                <a:spcPts val="0"/>
              </a:spcBef>
              <a:spcAft>
                <a:spcPts val="0"/>
              </a:spcAft>
              <a:buClr>
                <a:schemeClr val="dk1"/>
              </a:buClr>
              <a:buSzPts val="1400"/>
              <a:buFont typeface="Spectral"/>
              <a:buChar char="●"/>
            </a:pPr>
            <a:r>
              <a:rPr lang="en">
                <a:solidFill>
                  <a:schemeClr val="dk1"/>
                </a:solidFill>
                <a:latin typeface="Spectral"/>
                <a:ea typeface="Spectral"/>
                <a:cs typeface="Spectral"/>
                <a:sym typeface="Spectral"/>
              </a:rPr>
              <a:t>Other columns that were </a:t>
            </a:r>
            <a:r>
              <a:rPr b="1" lang="en">
                <a:solidFill>
                  <a:schemeClr val="dk1"/>
                </a:solidFill>
                <a:latin typeface="Spectral"/>
                <a:ea typeface="Spectral"/>
                <a:cs typeface="Spectral"/>
                <a:sym typeface="Spectral"/>
              </a:rPr>
              <a:t>irrelevant </a:t>
            </a:r>
            <a:r>
              <a:rPr lang="en">
                <a:solidFill>
                  <a:schemeClr val="dk1"/>
                </a:solidFill>
                <a:latin typeface="Spectral"/>
                <a:ea typeface="Spectral"/>
                <a:cs typeface="Spectral"/>
                <a:sym typeface="Spectral"/>
              </a:rPr>
              <a:t>to the analysis </a:t>
            </a:r>
            <a:r>
              <a:rPr b="1" lang="en">
                <a:solidFill>
                  <a:schemeClr val="dk1"/>
                </a:solidFill>
                <a:latin typeface="Spectral"/>
                <a:ea typeface="Spectral"/>
                <a:cs typeface="Spectral"/>
                <a:sym typeface="Spectral"/>
              </a:rPr>
              <a:t>were removed</a:t>
            </a:r>
            <a:r>
              <a:rPr lang="en">
                <a:solidFill>
                  <a:schemeClr val="dk1"/>
                </a:solidFill>
                <a:latin typeface="Spectral"/>
                <a:ea typeface="Spectral"/>
                <a:cs typeface="Spectral"/>
                <a:sym typeface="Spectral"/>
              </a:rPr>
              <a:t>.</a:t>
            </a:r>
            <a:endParaRPr>
              <a:solidFill>
                <a:schemeClr val="dk1"/>
              </a:solidFill>
              <a:latin typeface="Spectral"/>
              <a:ea typeface="Spectral"/>
              <a:cs typeface="Spectral"/>
              <a:sym typeface="Spectral"/>
            </a:endParaRPr>
          </a:p>
          <a:p>
            <a:pPr indent="0" lvl="0" marL="457200" rtl="0" algn="l">
              <a:spcBef>
                <a:spcPts val="0"/>
              </a:spcBef>
              <a:spcAft>
                <a:spcPts val="0"/>
              </a:spcAft>
              <a:buNone/>
            </a:pPr>
            <a:r>
              <a:t/>
            </a:r>
            <a:endParaRPr>
              <a:solidFill>
                <a:schemeClr val="dk1"/>
              </a:solidFill>
              <a:latin typeface="Spectral"/>
              <a:ea typeface="Spectral"/>
              <a:cs typeface="Spectral"/>
              <a:sym typeface="Spectral"/>
            </a:endParaRPr>
          </a:p>
          <a:p>
            <a:pPr indent="-317500" lvl="0" marL="457200" rtl="0" algn="l">
              <a:spcBef>
                <a:spcPts val="0"/>
              </a:spcBef>
              <a:spcAft>
                <a:spcPts val="0"/>
              </a:spcAft>
              <a:buClr>
                <a:schemeClr val="dk1"/>
              </a:buClr>
              <a:buSzPts val="1400"/>
              <a:buFont typeface="Spectral"/>
              <a:buChar char="●"/>
            </a:pPr>
            <a:r>
              <a:rPr lang="en">
                <a:solidFill>
                  <a:schemeClr val="dk1"/>
                </a:solidFill>
                <a:latin typeface="Spectral"/>
                <a:ea typeface="Spectral"/>
                <a:cs typeface="Spectral"/>
                <a:sym typeface="Spectral"/>
              </a:rPr>
              <a:t>New columns </a:t>
            </a:r>
            <a:r>
              <a:rPr b="1" lang="en">
                <a:solidFill>
                  <a:schemeClr val="dk1"/>
                </a:solidFill>
                <a:latin typeface="Spectral"/>
                <a:ea typeface="Spectral"/>
                <a:cs typeface="Spectral"/>
                <a:sym typeface="Spectral"/>
              </a:rPr>
              <a:t>were added </a:t>
            </a:r>
            <a:r>
              <a:rPr lang="en">
                <a:solidFill>
                  <a:schemeClr val="dk1"/>
                </a:solidFill>
                <a:latin typeface="Spectral"/>
                <a:ea typeface="Spectral"/>
                <a:cs typeface="Spectral"/>
                <a:sym typeface="Spectral"/>
              </a:rPr>
              <a:t>like Birth Years(Age), Employed Years, Registration Years.</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676" name="Shape 676"/>
        <p:cNvGrpSpPr/>
        <p:nvPr/>
      </p:nvGrpSpPr>
      <p:grpSpPr>
        <a:xfrm>
          <a:off x="0" y="0"/>
          <a:ext cx="0" cy="0"/>
          <a:chOff x="0" y="0"/>
          <a:chExt cx="0" cy="0"/>
        </a:xfrm>
      </p:grpSpPr>
      <p:sp>
        <p:nvSpPr>
          <p:cNvPr id="677" name="Google Shape;677;p69"/>
          <p:cNvSpPr txBox="1"/>
          <p:nvPr>
            <p:ph type="title"/>
          </p:nvPr>
        </p:nvSpPr>
        <p:spPr>
          <a:xfrm>
            <a:off x="1044875" y="96350"/>
            <a:ext cx="8099100" cy="692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4300">
                <a:latin typeface="Familjen Grotesk Medium"/>
                <a:ea typeface="Familjen Grotesk Medium"/>
                <a:cs typeface="Familjen Grotesk Medium"/>
                <a:sym typeface="Familjen Grotesk Medium"/>
              </a:rPr>
              <a:t>B.  Identify Outliers in the Dataset</a:t>
            </a:r>
            <a:endParaRPr sz="4300">
              <a:latin typeface="Familjen Grotesk Medium"/>
              <a:ea typeface="Familjen Grotesk Medium"/>
              <a:cs typeface="Familjen Grotesk Medium"/>
              <a:sym typeface="Familjen Grotesk Medium"/>
            </a:endParaRPr>
          </a:p>
          <a:p>
            <a:pPr indent="0" lvl="0" marL="457200" rtl="0" algn="l">
              <a:lnSpc>
                <a:spcPct val="100000"/>
              </a:lnSpc>
              <a:spcBef>
                <a:spcPts val="0"/>
              </a:spcBef>
              <a:spcAft>
                <a:spcPts val="0"/>
              </a:spcAft>
              <a:buNone/>
            </a:pPr>
            <a:r>
              <a:t/>
            </a:r>
            <a:endParaRPr sz="4300">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4300">
              <a:latin typeface="Familjen Grotesk Medium"/>
              <a:ea typeface="Familjen Grotesk Medium"/>
              <a:cs typeface="Familjen Grotesk Medium"/>
              <a:sym typeface="Familjen Grotesk Medium"/>
            </a:endParaRPr>
          </a:p>
        </p:txBody>
      </p:sp>
      <p:pic>
        <p:nvPicPr>
          <p:cNvPr id="678" name="Google Shape;678;p69"/>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679" name="Google Shape;679;p69"/>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680" name="Google Shape;680;p69"/>
          <p:cNvSpPr txBox="1"/>
          <p:nvPr/>
        </p:nvSpPr>
        <p:spPr>
          <a:xfrm>
            <a:off x="5872350" y="1215525"/>
            <a:ext cx="2883000" cy="27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D</a:t>
            </a:r>
            <a:r>
              <a:rPr lang="en">
                <a:solidFill>
                  <a:schemeClr val="dk1"/>
                </a:solidFill>
                <a:latin typeface="Spectral"/>
                <a:ea typeface="Spectral"/>
                <a:cs typeface="Spectral"/>
                <a:sym typeface="Spectral"/>
              </a:rPr>
              <a:t>escriptive statistics of Amt_Income total was calculated as well the Outliers with the help of Quartile() function in excel.</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Also, as per the scatter plot, income value &gt; 117000000 were considered to be </a:t>
            </a:r>
            <a:r>
              <a:rPr b="1" lang="en">
                <a:solidFill>
                  <a:schemeClr val="dk1"/>
                </a:solidFill>
                <a:latin typeface="Spectral"/>
                <a:ea typeface="Spectral"/>
                <a:cs typeface="Spectral"/>
                <a:sym typeface="Spectral"/>
              </a:rPr>
              <a:t>outliers</a:t>
            </a:r>
            <a:r>
              <a:rPr lang="en">
                <a:solidFill>
                  <a:schemeClr val="dk1"/>
                </a:solidFill>
                <a:latin typeface="Spectral"/>
                <a:ea typeface="Spectral"/>
                <a:cs typeface="Spectral"/>
                <a:sym typeface="Spectral"/>
              </a:rPr>
              <a:t>.</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a:p>
            <a:pPr indent="-317500" lvl="0" marL="457200" rtl="0" algn="l">
              <a:spcBef>
                <a:spcPts val="0"/>
              </a:spcBef>
              <a:spcAft>
                <a:spcPts val="0"/>
              </a:spcAft>
              <a:buClr>
                <a:schemeClr val="dk1"/>
              </a:buClr>
              <a:buSzPts val="1400"/>
              <a:buFont typeface="Spectral"/>
              <a:buChar char="●"/>
            </a:pPr>
            <a:r>
              <a:rPr b="1" lang="en">
                <a:solidFill>
                  <a:schemeClr val="dk1"/>
                </a:solidFill>
                <a:latin typeface="Spectral"/>
                <a:ea typeface="Spectral"/>
                <a:cs typeface="Spectral"/>
                <a:sym typeface="Spectral"/>
              </a:rPr>
              <a:t>Hence, target 1 customers that with income of above &gt;117000000 and still facing difficulty should be further investigated.</a:t>
            </a:r>
            <a:endParaRPr b="1">
              <a:solidFill>
                <a:schemeClr val="dk1"/>
              </a:solidFill>
              <a:latin typeface="Spectral"/>
              <a:ea typeface="Spectral"/>
              <a:cs typeface="Spectral"/>
              <a:sym typeface="Spectral"/>
            </a:endParaRPr>
          </a:p>
        </p:txBody>
      </p:sp>
      <p:pic>
        <p:nvPicPr>
          <p:cNvPr id="681" name="Google Shape;681;p69"/>
          <p:cNvPicPr preferRelativeResize="0"/>
          <p:nvPr/>
        </p:nvPicPr>
        <p:blipFill>
          <a:blip r:embed="rId4">
            <a:alphaModFix/>
          </a:blip>
          <a:stretch>
            <a:fillRect/>
          </a:stretch>
        </p:blipFill>
        <p:spPr>
          <a:xfrm>
            <a:off x="152400" y="981001"/>
            <a:ext cx="5567550" cy="3503054"/>
          </a:xfrm>
          <a:prstGeom prst="rect">
            <a:avLst/>
          </a:prstGeom>
          <a:noFill/>
          <a:ln>
            <a:noFill/>
          </a:ln>
        </p:spPr>
      </p:pic>
      <p:pic>
        <p:nvPicPr>
          <p:cNvPr id="682" name="Google Shape;682;p69"/>
          <p:cNvPicPr preferRelativeResize="0"/>
          <p:nvPr/>
        </p:nvPicPr>
        <p:blipFill>
          <a:blip r:embed="rId5">
            <a:alphaModFix/>
          </a:blip>
          <a:stretch>
            <a:fillRect/>
          </a:stretch>
        </p:blipFill>
        <p:spPr>
          <a:xfrm>
            <a:off x="295275" y="4484050"/>
            <a:ext cx="5150375" cy="575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686" name="Shape 686"/>
        <p:cNvGrpSpPr/>
        <p:nvPr/>
      </p:nvGrpSpPr>
      <p:grpSpPr>
        <a:xfrm>
          <a:off x="0" y="0"/>
          <a:ext cx="0" cy="0"/>
          <a:chOff x="0" y="0"/>
          <a:chExt cx="0" cy="0"/>
        </a:xfrm>
      </p:grpSpPr>
      <p:sp>
        <p:nvSpPr>
          <p:cNvPr id="687" name="Google Shape;687;p70"/>
          <p:cNvSpPr txBox="1"/>
          <p:nvPr/>
        </p:nvSpPr>
        <p:spPr>
          <a:xfrm>
            <a:off x="5872350" y="1215525"/>
            <a:ext cx="2883000" cy="27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Descriptive statistics of Goods Amount (Loan amount needed by customer) was calculated as well the Outliers with the help of Quartile() function in excel.</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Based on that, all the records containing </a:t>
            </a:r>
            <a:r>
              <a:rPr b="1" lang="en">
                <a:solidFill>
                  <a:schemeClr val="dk1"/>
                </a:solidFill>
                <a:latin typeface="Spectral"/>
                <a:ea typeface="Spectral"/>
                <a:cs typeface="Spectral"/>
                <a:sym typeface="Spectral"/>
              </a:rPr>
              <a:t>Outliers were removed </a:t>
            </a:r>
            <a:r>
              <a:rPr lang="en">
                <a:solidFill>
                  <a:schemeClr val="dk1"/>
                </a:solidFill>
                <a:latin typeface="Spectral"/>
                <a:ea typeface="Spectral"/>
                <a:cs typeface="Spectral"/>
                <a:sym typeface="Spectral"/>
              </a:rPr>
              <a:t>as it could influence the accuracy of data analysis. </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Since the repayers vs defaulters show only a slightly higher outlier range, as per the scatter plot for Goods Price &gt; 25,00,000 were considered to be </a:t>
            </a:r>
            <a:r>
              <a:rPr b="1" lang="en">
                <a:solidFill>
                  <a:schemeClr val="dk1"/>
                </a:solidFill>
                <a:latin typeface="Spectral"/>
                <a:ea typeface="Spectral"/>
                <a:cs typeface="Spectral"/>
                <a:sym typeface="Spectral"/>
              </a:rPr>
              <a:t>outliers </a:t>
            </a:r>
            <a:r>
              <a:rPr lang="en">
                <a:solidFill>
                  <a:schemeClr val="dk1"/>
                </a:solidFill>
                <a:latin typeface="Spectral"/>
                <a:ea typeface="Spectral"/>
                <a:cs typeface="Spectral"/>
                <a:sym typeface="Spectral"/>
              </a:rPr>
              <a:t>and showed risk in giving loan, hence need further investigation of the loan seeker.</a:t>
            </a:r>
            <a:endParaRPr>
              <a:solidFill>
                <a:schemeClr val="dk1"/>
              </a:solidFill>
              <a:latin typeface="Spectral"/>
              <a:ea typeface="Spectral"/>
              <a:cs typeface="Spectral"/>
              <a:sym typeface="Spectral"/>
            </a:endParaRPr>
          </a:p>
        </p:txBody>
      </p:sp>
      <p:sp>
        <p:nvSpPr>
          <p:cNvPr id="688" name="Google Shape;688;p70"/>
          <p:cNvSpPr txBox="1"/>
          <p:nvPr>
            <p:ph type="title"/>
          </p:nvPr>
        </p:nvSpPr>
        <p:spPr>
          <a:xfrm>
            <a:off x="1044875" y="96350"/>
            <a:ext cx="8099100" cy="692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4300">
                <a:latin typeface="Familjen Grotesk Medium"/>
                <a:ea typeface="Familjen Grotesk Medium"/>
                <a:cs typeface="Familjen Grotesk Medium"/>
                <a:sym typeface="Familjen Grotesk Medium"/>
              </a:rPr>
              <a:t>B.  Identify Outliers in the Dataset</a:t>
            </a:r>
            <a:endParaRPr sz="4300">
              <a:latin typeface="Familjen Grotesk Medium"/>
              <a:ea typeface="Familjen Grotesk Medium"/>
              <a:cs typeface="Familjen Grotesk Medium"/>
              <a:sym typeface="Familjen Grotesk Medium"/>
            </a:endParaRPr>
          </a:p>
          <a:p>
            <a:pPr indent="0" lvl="0" marL="457200" rtl="0" algn="l">
              <a:lnSpc>
                <a:spcPct val="100000"/>
              </a:lnSpc>
              <a:spcBef>
                <a:spcPts val="0"/>
              </a:spcBef>
              <a:spcAft>
                <a:spcPts val="0"/>
              </a:spcAft>
              <a:buNone/>
            </a:pPr>
            <a:r>
              <a:t/>
            </a:r>
            <a:endParaRPr sz="4300">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4300">
              <a:latin typeface="Familjen Grotesk Medium"/>
              <a:ea typeface="Familjen Grotesk Medium"/>
              <a:cs typeface="Familjen Grotesk Medium"/>
              <a:sym typeface="Familjen Grotesk Medium"/>
            </a:endParaRPr>
          </a:p>
        </p:txBody>
      </p:sp>
      <p:pic>
        <p:nvPicPr>
          <p:cNvPr id="689" name="Google Shape;689;p70"/>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690" name="Google Shape;690;p70"/>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pic>
        <p:nvPicPr>
          <p:cNvPr id="691" name="Google Shape;691;p70"/>
          <p:cNvPicPr preferRelativeResize="0"/>
          <p:nvPr/>
        </p:nvPicPr>
        <p:blipFill>
          <a:blip r:embed="rId4">
            <a:alphaModFix/>
          </a:blip>
          <a:stretch>
            <a:fillRect/>
          </a:stretch>
        </p:blipFill>
        <p:spPr>
          <a:xfrm>
            <a:off x="914400" y="4484050"/>
            <a:ext cx="3838575" cy="485775"/>
          </a:xfrm>
          <a:prstGeom prst="rect">
            <a:avLst/>
          </a:prstGeom>
          <a:noFill/>
          <a:ln>
            <a:noFill/>
          </a:ln>
        </p:spPr>
      </p:pic>
      <p:pic>
        <p:nvPicPr>
          <p:cNvPr id="692" name="Google Shape;692;p70"/>
          <p:cNvPicPr preferRelativeResize="0"/>
          <p:nvPr/>
        </p:nvPicPr>
        <p:blipFill>
          <a:blip r:embed="rId5">
            <a:alphaModFix/>
          </a:blip>
          <a:stretch>
            <a:fillRect/>
          </a:stretch>
        </p:blipFill>
        <p:spPr>
          <a:xfrm>
            <a:off x="152400" y="1133401"/>
            <a:ext cx="5567550" cy="303215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696" name="Shape 696"/>
        <p:cNvGrpSpPr/>
        <p:nvPr/>
      </p:nvGrpSpPr>
      <p:grpSpPr>
        <a:xfrm>
          <a:off x="0" y="0"/>
          <a:ext cx="0" cy="0"/>
          <a:chOff x="0" y="0"/>
          <a:chExt cx="0" cy="0"/>
        </a:xfrm>
      </p:grpSpPr>
      <p:sp>
        <p:nvSpPr>
          <p:cNvPr id="697" name="Google Shape;697;p71"/>
          <p:cNvSpPr txBox="1"/>
          <p:nvPr/>
        </p:nvSpPr>
        <p:spPr>
          <a:xfrm>
            <a:off x="5500750" y="1215525"/>
            <a:ext cx="3254700" cy="27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AMT_CREDIT</a:t>
            </a:r>
            <a:r>
              <a:rPr lang="en">
                <a:solidFill>
                  <a:schemeClr val="dk1"/>
                </a:solidFill>
                <a:latin typeface="Spectral"/>
                <a:ea typeface="Spectral"/>
                <a:cs typeface="Spectral"/>
                <a:sym typeface="Spectral"/>
              </a:rPr>
              <a:t> (Loan amount credited to customers) was plotted in scatter chart against target (0/1) customers. </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As per the findings, credited loan value &gt; 29,00,000 is to potentially risky customers should be avoided, as well as crediting above this amount needs further investigation of the customer. </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It’s also observed from the trendline, the credit amount to defaulters should be reduced further to avoid loan default.</a:t>
            </a:r>
            <a:endParaRPr>
              <a:solidFill>
                <a:schemeClr val="dk1"/>
              </a:solidFill>
              <a:latin typeface="Spectral"/>
              <a:ea typeface="Spectral"/>
              <a:cs typeface="Spectral"/>
              <a:sym typeface="Spectral"/>
            </a:endParaRPr>
          </a:p>
        </p:txBody>
      </p:sp>
      <p:sp>
        <p:nvSpPr>
          <p:cNvPr id="698" name="Google Shape;698;p71"/>
          <p:cNvSpPr txBox="1"/>
          <p:nvPr>
            <p:ph type="title"/>
          </p:nvPr>
        </p:nvSpPr>
        <p:spPr>
          <a:xfrm>
            <a:off x="1044875" y="96350"/>
            <a:ext cx="8099100" cy="692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4300">
                <a:latin typeface="Familjen Grotesk Medium"/>
                <a:ea typeface="Familjen Grotesk Medium"/>
                <a:cs typeface="Familjen Grotesk Medium"/>
                <a:sym typeface="Familjen Grotesk Medium"/>
              </a:rPr>
              <a:t>B.  Identify Outliers in the Dataset</a:t>
            </a:r>
            <a:endParaRPr sz="4300">
              <a:latin typeface="Familjen Grotesk Medium"/>
              <a:ea typeface="Familjen Grotesk Medium"/>
              <a:cs typeface="Familjen Grotesk Medium"/>
              <a:sym typeface="Familjen Grotesk Medium"/>
            </a:endParaRPr>
          </a:p>
          <a:p>
            <a:pPr indent="0" lvl="0" marL="457200" rtl="0" algn="l">
              <a:lnSpc>
                <a:spcPct val="100000"/>
              </a:lnSpc>
              <a:spcBef>
                <a:spcPts val="0"/>
              </a:spcBef>
              <a:spcAft>
                <a:spcPts val="0"/>
              </a:spcAft>
              <a:buNone/>
            </a:pPr>
            <a:r>
              <a:t/>
            </a:r>
            <a:endParaRPr sz="4300">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4300">
              <a:latin typeface="Familjen Grotesk Medium"/>
              <a:ea typeface="Familjen Grotesk Medium"/>
              <a:cs typeface="Familjen Grotesk Medium"/>
              <a:sym typeface="Familjen Grotesk Medium"/>
            </a:endParaRPr>
          </a:p>
        </p:txBody>
      </p:sp>
      <p:pic>
        <p:nvPicPr>
          <p:cNvPr id="699" name="Google Shape;699;p71"/>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700" name="Google Shape;700;p71"/>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pic>
        <p:nvPicPr>
          <p:cNvPr id="701" name="Google Shape;701;p71"/>
          <p:cNvPicPr preferRelativeResize="0"/>
          <p:nvPr/>
        </p:nvPicPr>
        <p:blipFill>
          <a:blip r:embed="rId4">
            <a:alphaModFix/>
          </a:blip>
          <a:stretch>
            <a:fillRect/>
          </a:stretch>
        </p:blipFill>
        <p:spPr>
          <a:xfrm>
            <a:off x="914400" y="4484050"/>
            <a:ext cx="3838575" cy="485775"/>
          </a:xfrm>
          <a:prstGeom prst="rect">
            <a:avLst/>
          </a:prstGeom>
          <a:noFill/>
          <a:ln>
            <a:noFill/>
          </a:ln>
        </p:spPr>
      </p:pic>
      <p:pic>
        <p:nvPicPr>
          <p:cNvPr id="702" name="Google Shape;702;p71"/>
          <p:cNvPicPr preferRelativeResize="0"/>
          <p:nvPr/>
        </p:nvPicPr>
        <p:blipFill>
          <a:blip r:embed="rId5">
            <a:alphaModFix/>
          </a:blip>
          <a:stretch>
            <a:fillRect/>
          </a:stretch>
        </p:blipFill>
        <p:spPr>
          <a:xfrm>
            <a:off x="457200" y="1057201"/>
            <a:ext cx="4751059" cy="31982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706" name="Shape 706"/>
        <p:cNvGrpSpPr/>
        <p:nvPr/>
      </p:nvGrpSpPr>
      <p:grpSpPr>
        <a:xfrm>
          <a:off x="0" y="0"/>
          <a:ext cx="0" cy="0"/>
          <a:chOff x="0" y="0"/>
          <a:chExt cx="0" cy="0"/>
        </a:xfrm>
      </p:grpSpPr>
      <p:sp>
        <p:nvSpPr>
          <p:cNvPr id="707" name="Google Shape;707;p72"/>
          <p:cNvSpPr txBox="1"/>
          <p:nvPr/>
        </p:nvSpPr>
        <p:spPr>
          <a:xfrm>
            <a:off x="5872350" y="1215525"/>
            <a:ext cx="2883000" cy="27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Years Birth( Age relative to loan application) shows no such signs of outliers, and hence doesn’t require further investigation based upon it. </a:t>
            </a:r>
            <a:endParaRPr>
              <a:solidFill>
                <a:schemeClr val="dk1"/>
              </a:solidFill>
              <a:latin typeface="Spectral"/>
              <a:ea typeface="Spectral"/>
              <a:cs typeface="Spectral"/>
              <a:sym typeface="Spectral"/>
            </a:endParaRPr>
          </a:p>
        </p:txBody>
      </p:sp>
      <p:sp>
        <p:nvSpPr>
          <p:cNvPr id="708" name="Google Shape;708;p72"/>
          <p:cNvSpPr txBox="1"/>
          <p:nvPr>
            <p:ph type="title"/>
          </p:nvPr>
        </p:nvSpPr>
        <p:spPr>
          <a:xfrm>
            <a:off x="1044875" y="96350"/>
            <a:ext cx="8099100" cy="692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4300">
                <a:latin typeface="Familjen Grotesk Medium"/>
                <a:ea typeface="Familjen Grotesk Medium"/>
                <a:cs typeface="Familjen Grotesk Medium"/>
                <a:sym typeface="Familjen Grotesk Medium"/>
              </a:rPr>
              <a:t>B.  Identify Outliers in the Dataset</a:t>
            </a:r>
            <a:endParaRPr sz="4300">
              <a:latin typeface="Familjen Grotesk Medium"/>
              <a:ea typeface="Familjen Grotesk Medium"/>
              <a:cs typeface="Familjen Grotesk Medium"/>
              <a:sym typeface="Familjen Grotesk Medium"/>
            </a:endParaRPr>
          </a:p>
          <a:p>
            <a:pPr indent="0" lvl="0" marL="457200" rtl="0" algn="l">
              <a:lnSpc>
                <a:spcPct val="100000"/>
              </a:lnSpc>
              <a:spcBef>
                <a:spcPts val="0"/>
              </a:spcBef>
              <a:spcAft>
                <a:spcPts val="0"/>
              </a:spcAft>
              <a:buNone/>
            </a:pPr>
            <a:r>
              <a:t/>
            </a:r>
            <a:endParaRPr sz="4300">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4300">
              <a:latin typeface="Familjen Grotesk Medium"/>
              <a:ea typeface="Familjen Grotesk Medium"/>
              <a:cs typeface="Familjen Grotesk Medium"/>
              <a:sym typeface="Familjen Grotesk Medium"/>
            </a:endParaRPr>
          </a:p>
        </p:txBody>
      </p:sp>
      <p:pic>
        <p:nvPicPr>
          <p:cNvPr id="709" name="Google Shape;709;p72"/>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710" name="Google Shape;710;p72"/>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pic>
        <p:nvPicPr>
          <p:cNvPr id="711" name="Google Shape;711;p72"/>
          <p:cNvPicPr preferRelativeResize="0"/>
          <p:nvPr/>
        </p:nvPicPr>
        <p:blipFill>
          <a:blip r:embed="rId4">
            <a:alphaModFix/>
          </a:blip>
          <a:stretch>
            <a:fillRect/>
          </a:stretch>
        </p:blipFill>
        <p:spPr>
          <a:xfrm>
            <a:off x="152400" y="1133401"/>
            <a:ext cx="5320979" cy="31982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715" name="Shape 715"/>
        <p:cNvGrpSpPr/>
        <p:nvPr/>
      </p:nvGrpSpPr>
      <p:grpSpPr>
        <a:xfrm>
          <a:off x="0" y="0"/>
          <a:ext cx="0" cy="0"/>
          <a:chOff x="0" y="0"/>
          <a:chExt cx="0" cy="0"/>
        </a:xfrm>
      </p:grpSpPr>
      <p:sp>
        <p:nvSpPr>
          <p:cNvPr id="716" name="Google Shape;716;p73"/>
          <p:cNvSpPr txBox="1"/>
          <p:nvPr/>
        </p:nvSpPr>
        <p:spPr>
          <a:xfrm>
            <a:off x="4951975" y="1215525"/>
            <a:ext cx="3803400" cy="276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Years Employed being 1000 is not practical for any type of targets, and hence was considered as outliers which are to be not taken into consideration for any type of data analysis related to employment years (i.e., filtering out the data entries consisting of outliers of years_employed column).</a:t>
            </a:r>
            <a:endParaRPr>
              <a:solidFill>
                <a:schemeClr val="dk1"/>
              </a:solidFill>
              <a:latin typeface="Spectral"/>
              <a:ea typeface="Spectral"/>
              <a:cs typeface="Spectral"/>
              <a:sym typeface="Spectral"/>
            </a:endParaRPr>
          </a:p>
        </p:txBody>
      </p:sp>
      <p:sp>
        <p:nvSpPr>
          <p:cNvPr id="717" name="Google Shape;717;p73"/>
          <p:cNvSpPr txBox="1"/>
          <p:nvPr>
            <p:ph type="title"/>
          </p:nvPr>
        </p:nvSpPr>
        <p:spPr>
          <a:xfrm>
            <a:off x="1044875" y="96350"/>
            <a:ext cx="8099100" cy="692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4300">
                <a:latin typeface="Familjen Grotesk Medium"/>
                <a:ea typeface="Familjen Grotesk Medium"/>
                <a:cs typeface="Familjen Grotesk Medium"/>
                <a:sym typeface="Familjen Grotesk Medium"/>
              </a:rPr>
              <a:t>B.  Identify Outliers in the Dataset</a:t>
            </a:r>
            <a:endParaRPr sz="4300">
              <a:latin typeface="Familjen Grotesk Medium"/>
              <a:ea typeface="Familjen Grotesk Medium"/>
              <a:cs typeface="Familjen Grotesk Medium"/>
              <a:sym typeface="Familjen Grotesk Medium"/>
            </a:endParaRPr>
          </a:p>
          <a:p>
            <a:pPr indent="0" lvl="0" marL="457200" rtl="0" algn="l">
              <a:lnSpc>
                <a:spcPct val="100000"/>
              </a:lnSpc>
              <a:spcBef>
                <a:spcPts val="0"/>
              </a:spcBef>
              <a:spcAft>
                <a:spcPts val="0"/>
              </a:spcAft>
              <a:buNone/>
            </a:pPr>
            <a:r>
              <a:t/>
            </a:r>
            <a:endParaRPr sz="4300">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4300">
              <a:latin typeface="Familjen Grotesk Medium"/>
              <a:ea typeface="Familjen Grotesk Medium"/>
              <a:cs typeface="Familjen Grotesk Medium"/>
              <a:sym typeface="Familjen Grotesk Medium"/>
            </a:endParaRPr>
          </a:p>
        </p:txBody>
      </p:sp>
      <p:pic>
        <p:nvPicPr>
          <p:cNvPr id="718" name="Google Shape;718;p73"/>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719" name="Google Shape;719;p73"/>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pic>
        <p:nvPicPr>
          <p:cNvPr id="720" name="Google Shape;720;p73"/>
          <p:cNvPicPr preferRelativeResize="0"/>
          <p:nvPr/>
        </p:nvPicPr>
        <p:blipFill rotWithShape="1">
          <a:blip r:embed="rId4">
            <a:alphaModFix/>
          </a:blip>
          <a:srcRect b="0" l="0" r="0" t="0"/>
          <a:stretch/>
        </p:blipFill>
        <p:spPr>
          <a:xfrm>
            <a:off x="152400" y="1133400"/>
            <a:ext cx="4509150" cy="2710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724" name="Shape 724"/>
        <p:cNvGrpSpPr/>
        <p:nvPr/>
      </p:nvGrpSpPr>
      <p:grpSpPr>
        <a:xfrm>
          <a:off x="0" y="0"/>
          <a:ext cx="0" cy="0"/>
          <a:chOff x="0" y="0"/>
          <a:chExt cx="0" cy="0"/>
        </a:xfrm>
      </p:grpSpPr>
      <p:sp>
        <p:nvSpPr>
          <p:cNvPr id="725" name="Google Shape;725;p74"/>
          <p:cNvSpPr txBox="1"/>
          <p:nvPr>
            <p:ph type="title"/>
          </p:nvPr>
        </p:nvSpPr>
        <p:spPr>
          <a:xfrm>
            <a:off x="1044875" y="96350"/>
            <a:ext cx="6940200" cy="905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3900">
                <a:solidFill>
                  <a:srgbClr val="000000"/>
                </a:solidFill>
                <a:latin typeface="Familjen Grotesk Medium"/>
                <a:ea typeface="Familjen Grotesk Medium"/>
                <a:cs typeface="Familjen Grotesk Medium"/>
                <a:sym typeface="Familjen Grotesk Medium"/>
              </a:rPr>
              <a:t>C.  Analyze Data Imbalance</a:t>
            </a:r>
            <a:endParaRPr sz="4400">
              <a:latin typeface="Familjen Grotesk Medium"/>
              <a:ea typeface="Familjen Grotesk Medium"/>
              <a:cs typeface="Familjen Grotesk Medium"/>
              <a:sym typeface="Familjen Grotesk Medium"/>
            </a:endParaRPr>
          </a:p>
        </p:txBody>
      </p:sp>
      <p:pic>
        <p:nvPicPr>
          <p:cNvPr id="726" name="Google Shape;726;p74"/>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727" name="Google Shape;727;p74"/>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728" name="Google Shape;728;p74"/>
          <p:cNvSpPr txBox="1"/>
          <p:nvPr/>
        </p:nvSpPr>
        <p:spPr>
          <a:xfrm>
            <a:off x="4572000" y="1215925"/>
            <a:ext cx="4383000" cy="23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There’s a huge imbalance in Target 0  - </a:t>
            </a:r>
            <a:r>
              <a:rPr lang="en">
                <a:solidFill>
                  <a:schemeClr val="dk1"/>
                </a:solidFill>
                <a:latin typeface="Spectral"/>
                <a:ea typeface="Spectral"/>
                <a:cs typeface="Spectral"/>
                <a:sym typeface="Spectral"/>
              </a:rPr>
              <a:t>91.95% </a:t>
            </a:r>
            <a:r>
              <a:rPr lang="en">
                <a:solidFill>
                  <a:schemeClr val="dk1"/>
                </a:solidFill>
                <a:latin typeface="Spectral"/>
                <a:ea typeface="Spectral"/>
                <a:cs typeface="Spectral"/>
                <a:sym typeface="Spectral"/>
              </a:rPr>
              <a:t>(Repayer) and Target 1 (Defaulter) - </a:t>
            </a:r>
            <a:r>
              <a:rPr lang="en">
                <a:solidFill>
                  <a:schemeClr val="dk1"/>
                </a:solidFill>
                <a:latin typeface="Spectral"/>
                <a:ea typeface="Spectral"/>
                <a:cs typeface="Spectral"/>
                <a:sym typeface="Spectral"/>
              </a:rPr>
              <a:t>8.05%</a:t>
            </a:r>
            <a:r>
              <a:rPr lang="en">
                <a:solidFill>
                  <a:schemeClr val="dk1"/>
                </a:solidFill>
                <a:latin typeface="Spectral"/>
                <a:ea typeface="Spectral"/>
                <a:cs typeface="Spectral"/>
                <a:sym typeface="Spectral"/>
              </a:rPr>
              <a:t>.</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Ratio: 11.41:1 (approx)</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p:txBody>
      </p:sp>
      <p:pic>
        <p:nvPicPr>
          <p:cNvPr id="729" name="Google Shape;729;p74"/>
          <p:cNvPicPr preferRelativeResize="0"/>
          <p:nvPr/>
        </p:nvPicPr>
        <p:blipFill>
          <a:blip r:embed="rId4">
            <a:alphaModFix/>
          </a:blip>
          <a:stretch>
            <a:fillRect/>
          </a:stretch>
        </p:blipFill>
        <p:spPr>
          <a:xfrm>
            <a:off x="1095200" y="892725"/>
            <a:ext cx="3362850" cy="2143150"/>
          </a:xfrm>
          <a:prstGeom prst="rect">
            <a:avLst/>
          </a:prstGeom>
          <a:noFill/>
          <a:ln>
            <a:noFill/>
          </a:ln>
        </p:spPr>
      </p:pic>
      <p:pic>
        <p:nvPicPr>
          <p:cNvPr id="730" name="Google Shape;730;p74"/>
          <p:cNvPicPr preferRelativeResize="0"/>
          <p:nvPr/>
        </p:nvPicPr>
        <p:blipFill>
          <a:blip r:embed="rId5">
            <a:alphaModFix/>
          </a:blip>
          <a:stretch>
            <a:fillRect/>
          </a:stretch>
        </p:blipFill>
        <p:spPr>
          <a:xfrm>
            <a:off x="1104900" y="3059963"/>
            <a:ext cx="3362850" cy="20212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734" name="Shape 734"/>
        <p:cNvGrpSpPr/>
        <p:nvPr/>
      </p:nvGrpSpPr>
      <p:grpSpPr>
        <a:xfrm>
          <a:off x="0" y="0"/>
          <a:ext cx="0" cy="0"/>
          <a:chOff x="0" y="0"/>
          <a:chExt cx="0" cy="0"/>
        </a:xfrm>
      </p:grpSpPr>
      <p:sp>
        <p:nvSpPr>
          <p:cNvPr id="735" name="Google Shape;735;p75"/>
          <p:cNvSpPr txBox="1"/>
          <p:nvPr>
            <p:ph type="title"/>
          </p:nvPr>
        </p:nvSpPr>
        <p:spPr>
          <a:xfrm>
            <a:off x="1044875" y="96350"/>
            <a:ext cx="6940200" cy="905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3900">
                <a:solidFill>
                  <a:srgbClr val="000000"/>
                </a:solidFill>
                <a:latin typeface="Familjen Grotesk Medium"/>
                <a:ea typeface="Familjen Grotesk Medium"/>
                <a:cs typeface="Familjen Grotesk Medium"/>
                <a:sym typeface="Familjen Grotesk Medium"/>
              </a:rPr>
              <a:t>C.  Analyze Data Imbalance</a:t>
            </a:r>
            <a:endParaRPr sz="4400">
              <a:latin typeface="Familjen Grotesk Medium"/>
              <a:ea typeface="Familjen Grotesk Medium"/>
              <a:cs typeface="Familjen Grotesk Medium"/>
              <a:sym typeface="Familjen Grotesk Medium"/>
            </a:endParaRPr>
          </a:p>
        </p:txBody>
      </p:sp>
      <p:pic>
        <p:nvPicPr>
          <p:cNvPr id="736" name="Google Shape;736;p75"/>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737" name="Google Shape;737;p75"/>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738" name="Google Shape;738;p75"/>
          <p:cNvSpPr txBox="1"/>
          <p:nvPr/>
        </p:nvSpPr>
        <p:spPr>
          <a:xfrm>
            <a:off x="1365375" y="1162125"/>
            <a:ext cx="7266000" cy="23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There’s a huge imbalance in Gender. Females (66%) have been observed to apply for more </a:t>
            </a:r>
            <a:r>
              <a:rPr lang="en">
                <a:solidFill>
                  <a:schemeClr val="dk1"/>
                </a:solidFill>
                <a:latin typeface="Spectral"/>
                <a:ea typeface="Spectral"/>
                <a:cs typeface="Spectral"/>
                <a:sym typeface="Spectral"/>
              </a:rPr>
              <a:t>loan</a:t>
            </a:r>
            <a:r>
              <a:rPr lang="en">
                <a:solidFill>
                  <a:schemeClr val="dk1"/>
                </a:solidFill>
                <a:latin typeface="Spectral"/>
                <a:ea typeface="Spectral"/>
                <a:cs typeface="Spectral"/>
                <a:sym typeface="Spectral"/>
              </a:rPr>
              <a:t> than Males (34%).</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Ratio: 1.91:1 (approx) i.e., females are almost twice the males.</a:t>
            </a:r>
            <a:endParaRPr>
              <a:solidFill>
                <a:schemeClr val="dk1"/>
              </a:solidFill>
              <a:latin typeface="Spectral"/>
              <a:ea typeface="Spectral"/>
              <a:cs typeface="Spectral"/>
              <a:sym typeface="Spectral"/>
            </a:endParaRPr>
          </a:p>
        </p:txBody>
      </p:sp>
      <p:pic>
        <p:nvPicPr>
          <p:cNvPr id="739" name="Google Shape;739;p75"/>
          <p:cNvPicPr preferRelativeResize="0"/>
          <p:nvPr/>
        </p:nvPicPr>
        <p:blipFill rotWithShape="1">
          <a:blip r:embed="rId4">
            <a:alphaModFix/>
          </a:blip>
          <a:srcRect b="7554" l="17371" r="18075" t="-2458"/>
          <a:stretch/>
        </p:blipFill>
        <p:spPr>
          <a:xfrm>
            <a:off x="981350" y="2468600"/>
            <a:ext cx="2612571" cy="2306400"/>
          </a:xfrm>
          <a:prstGeom prst="rect">
            <a:avLst/>
          </a:prstGeom>
          <a:noFill/>
          <a:ln>
            <a:noFill/>
          </a:ln>
        </p:spPr>
      </p:pic>
      <p:pic>
        <p:nvPicPr>
          <p:cNvPr id="740" name="Google Shape;740;p75"/>
          <p:cNvPicPr preferRelativeResize="0"/>
          <p:nvPr/>
        </p:nvPicPr>
        <p:blipFill>
          <a:blip r:embed="rId5">
            <a:alphaModFix/>
          </a:blip>
          <a:stretch>
            <a:fillRect/>
          </a:stretch>
        </p:blipFill>
        <p:spPr>
          <a:xfrm>
            <a:off x="4050075" y="2378825"/>
            <a:ext cx="4291425" cy="2579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744" name="Shape 744"/>
        <p:cNvGrpSpPr/>
        <p:nvPr/>
      </p:nvGrpSpPr>
      <p:grpSpPr>
        <a:xfrm>
          <a:off x="0" y="0"/>
          <a:ext cx="0" cy="0"/>
          <a:chOff x="0" y="0"/>
          <a:chExt cx="0" cy="0"/>
        </a:xfrm>
      </p:grpSpPr>
      <p:sp>
        <p:nvSpPr>
          <p:cNvPr id="745" name="Google Shape;745;p76"/>
          <p:cNvSpPr txBox="1"/>
          <p:nvPr>
            <p:ph type="title"/>
          </p:nvPr>
        </p:nvSpPr>
        <p:spPr>
          <a:xfrm>
            <a:off x="1044875" y="96350"/>
            <a:ext cx="6940200" cy="905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3900">
                <a:solidFill>
                  <a:srgbClr val="000000"/>
                </a:solidFill>
                <a:latin typeface="Familjen Grotesk Medium"/>
                <a:ea typeface="Familjen Grotesk Medium"/>
                <a:cs typeface="Familjen Grotesk Medium"/>
                <a:sym typeface="Familjen Grotesk Medium"/>
              </a:rPr>
              <a:t>C.  Analyze Data Imbalance</a:t>
            </a:r>
            <a:endParaRPr sz="4400">
              <a:latin typeface="Familjen Grotesk Medium"/>
              <a:ea typeface="Familjen Grotesk Medium"/>
              <a:cs typeface="Familjen Grotesk Medium"/>
              <a:sym typeface="Familjen Grotesk Medium"/>
            </a:endParaRPr>
          </a:p>
        </p:txBody>
      </p:sp>
      <p:pic>
        <p:nvPicPr>
          <p:cNvPr id="746" name="Google Shape;746;p76"/>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747" name="Google Shape;747;p76"/>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748" name="Google Shape;748;p76"/>
          <p:cNvSpPr txBox="1"/>
          <p:nvPr/>
        </p:nvSpPr>
        <p:spPr>
          <a:xfrm>
            <a:off x="1365375" y="1009725"/>
            <a:ext cx="6940200" cy="23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There’s a huge imbalance in Contract Name Type. </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Revolving loans consists 91% of the customers, whereas Cash loans consist 9%.</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Ratio: 9.58:1 (approx)</a:t>
            </a:r>
            <a:endParaRPr>
              <a:solidFill>
                <a:schemeClr val="dk1"/>
              </a:solidFill>
              <a:latin typeface="Spectral"/>
              <a:ea typeface="Spectral"/>
              <a:cs typeface="Spectral"/>
              <a:sym typeface="Spectral"/>
            </a:endParaRPr>
          </a:p>
        </p:txBody>
      </p:sp>
      <p:pic>
        <p:nvPicPr>
          <p:cNvPr id="749" name="Google Shape;749;p76"/>
          <p:cNvPicPr preferRelativeResize="0"/>
          <p:nvPr/>
        </p:nvPicPr>
        <p:blipFill>
          <a:blip r:embed="rId4">
            <a:alphaModFix/>
          </a:blip>
          <a:stretch>
            <a:fillRect/>
          </a:stretch>
        </p:blipFill>
        <p:spPr>
          <a:xfrm>
            <a:off x="4727800" y="2231725"/>
            <a:ext cx="3865675" cy="2543275"/>
          </a:xfrm>
          <a:prstGeom prst="rect">
            <a:avLst/>
          </a:prstGeom>
          <a:noFill/>
          <a:ln>
            <a:noFill/>
          </a:ln>
        </p:spPr>
      </p:pic>
      <p:pic>
        <p:nvPicPr>
          <p:cNvPr id="750" name="Google Shape;750;p76"/>
          <p:cNvPicPr preferRelativeResize="0"/>
          <p:nvPr/>
        </p:nvPicPr>
        <p:blipFill rotWithShape="1">
          <a:blip r:embed="rId5">
            <a:alphaModFix/>
          </a:blip>
          <a:srcRect b="0" l="16778" r="15923" t="0"/>
          <a:stretch/>
        </p:blipFill>
        <p:spPr>
          <a:xfrm>
            <a:off x="1164275" y="2231725"/>
            <a:ext cx="3127950" cy="2668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754" name="Shape 754"/>
        <p:cNvGrpSpPr/>
        <p:nvPr/>
      </p:nvGrpSpPr>
      <p:grpSpPr>
        <a:xfrm>
          <a:off x="0" y="0"/>
          <a:ext cx="0" cy="0"/>
          <a:chOff x="0" y="0"/>
          <a:chExt cx="0" cy="0"/>
        </a:xfrm>
      </p:grpSpPr>
      <p:sp>
        <p:nvSpPr>
          <p:cNvPr id="755" name="Google Shape;755;p77"/>
          <p:cNvSpPr txBox="1"/>
          <p:nvPr>
            <p:ph type="title"/>
          </p:nvPr>
        </p:nvSpPr>
        <p:spPr>
          <a:xfrm>
            <a:off x="1044875" y="96350"/>
            <a:ext cx="6940200" cy="905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3900">
                <a:solidFill>
                  <a:srgbClr val="000000"/>
                </a:solidFill>
                <a:latin typeface="Familjen Grotesk Medium"/>
                <a:ea typeface="Familjen Grotesk Medium"/>
                <a:cs typeface="Familjen Grotesk Medium"/>
                <a:sym typeface="Familjen Grotesk Medium"/>
              </a:rPr>
              <a:t>C.  Analyze Data Imbalance</a:t>
            </a:r>
            <a:endParaRPr sz="4400">
              <a:latin typeface="Familjen Grotesk Medium"/>
              <a:ea typeface="Familjen Grotesk Medium"/>
              <a:cs typeface="Familjen Grotesk Medium"/>
              <a:sym typeface="Familjen Grotesk Medium"/>
            </a:endParaRPr>
          </a:p>
        </p:txBody>
      </p:sp>
      <p:pic>
        <p:nvPicPr>
          <p:cNvPr id="756" name="Google Shape;756;p77"/>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757" name="Google Shape;757;p77"/>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758" name="Google Shape;758;p77"/>
          <p:cNvSpPr txBox="1"/>
          <p:nvPr/>
        </p:nvSpPr>
        <p:spPr>
          <a:xfrm>
            <a:off x="5537100" y="1704400"/>
            <a:ext cx="3606900" cy="23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Most loan applicants are childless. </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And the second most (albeit the huge difference) have only one child. </a:t>
            </a:r>
            <a:endParaRPr>
              <a:solidFill>
                <a:schemeClr val="dk1"/>
              </a:solidFill>
              <a:latin typeface="Spectral"/>
              <a:ea typeface="Spectral"/>
              <a:cs typeface="Spectral"/>
              <a:sym typeface="Spectral"/>
            </a:endParaRPr>
          </a:p>
        </p:txBody>
      </p:sp>
      <p:pic>
        <p:nvPicPr>
          <p:cNvPr id="759" name="Google Shape;759;p77"/>
          <p:cNvPicPr preferRelativeResize="0"/>
          <p:nvPr/>
        </p:nvPicPr>
        <p:blipFill rotWithShape="1">
          <a:blip r:embed="rId4">
            <a:alphaModFix/>
          </a:blip>
          <a:srcRect b="10909" l="0" r="0" t="11003"/>
          <a:stretch/>
        </p:blipFill>
        <p:spPr>
          <a:xfrm>
            <a:off x="692225" y="1182750"/>
            <a:ext cx="4758225" cy="2828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763" name="Shape 763"/>
        <p:cNvGrpSpPr/>
        <p:nvPr/>
      </p:nvGrpSpPr>
      <p:grpSpPr>
        <a:xfrm>
          <a:off x="0" y="0"/>
          <a:ext cx="0" cy="0"/>
          <a:chOff x="0" y="0"/>
          <a:chExt cx="0" cy="0"/>
        </a:xfrm>
      </p:grpSpPr>
      <p:sp>
        <p:nvSpPr>
          <p:cNvPr id="764" name="Google Shape;764;p78"/>
          <p:cNvSpPr txBox="1"/>
          <p:nvPr>
            <p:ph type="title"/>
          </p:nvPr>
        </p:nvSpPr>
        <p:spPr>
          <a:xfrm>
            <a:off x="1044875" y="96350"/>
            <a:ext cx="6940200" cy="905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3900">
                <a:solidFill>
                  <a:srgbClr val="000000"/>
                </a:solidFill>
                <a:latin typeface="Familjen Grotesk Medium"/>
                <a:ea typeface="Familjen Grotesk Medium"/>
                <a:cs typeface="Familjen Grotesk Medium"/>
                <a:sym typeface="Familjen Grotesk Medium"/>
              </a:rPr>
              <a:t>C.  Analyze Data Imbalance</a:t>
            </a:r>
            <a:endParaRPr sz="4400">
              <a:latin typeface="Familjen Grotesk Medium"/>
              <a:ea typeface="Familjen Grotesk Medium"/>
              <a:cs typeface="Familjen Grotesk Medium"/>
              <a:sym typeface="Familjen Grotesk Medium"/>
            </a:endParaRPr>
          </a:p>
        </p:txBody>
      </p:sp>
      <p:pic>
        <p:nvPicPr>
          <p:cNvPr id="765" name="Google Shape;765;p78"/>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766" name="Google Shape;766;p78"/>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767" name="Google Shape;767;p78"/>
          <p:cNvSpPr txBox="1"/>
          <p:nvPr/>
        </p:nvSpPr>
        <p:spPr>
          <a:xfrm>
            <a:off x="5537100" y="1704400"/>
            <a:ext cx="3606900" cy="23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Most customers seeking out loan have only completed Secondary/Secondary special education, followed by </a:t>
            </a:r>
            <a:r>
              <a:rPr lang="en">
                <a:solidFill>
                  <a:schemeClr val="dk1"/>
                </a:solidFill>
                <a:latin typeface="Spectral"/>
                <a:ea typeface="Spectral"/>
                <a:cs typeface="Spectral"/>
                <a:sym typeface="Spectral"/>
              </a:rPr>
              <a:t>Higher</a:t>
            </a:r>
            <a:r>
              <a:rPr lang="en">
                <a:solidFill>
                  <a:schemeClr val="dk1"/>
                </a:solidFill>
                <a:latin typeface="Spectral"/>
                <a:ea typeface="Spectral"/>
                <a:cs typeface="Spectral"/>
                <a:sym typeface="Spectral"/>
              </a:rPr>
              <a:t> education as the second most completed educational level, and the least (extremely low) number of customers have academic degree.</a:t>
            </a:r>
            <a:endParaRPr>
              <a:solidFill>
                <a:schemeClr val="dk1"/>
              </a:solidFill>
              <a:latin typeface="Spectral"/>
              <a:ea typeface="Spectral"/>
              <a:cs typeface="Spectral"/>
              <a:sym typeface="Spectral"/>
            </a:endParaRPr>
          </a:p>
          <a:p>
            <a:pPr indent="0" lvl="0" marL="0" rtl="0" algn="l">
              <a:spcBef>
                <a:spcPts val="0"/>
              </a:spcBef>
              <a:spcAft>
                <a:spcPts val="0"/>
              </a:spcAft>
              <a:buNone/>
            </a:pPr>
            <a:r>
              <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Ratio between top 2: 3.48:1 (approx)</a:t>
            </a:r>
            <a:endParaRPr>
              <a:solidFill>
                <a:schemeClr val="dk1"/>
              </a:solidFill>
              <a:latin typeface="Spectral"/>
              <a:ea typeface="Spectral"/>
              <a:cs typeface="Spectral"/>
              <a:sym typeface="Spectral"/>
            </a:endParaRPr>
          </a:p>
        </p:txBody>
      </p:sp>
      <p:pic>
        <p:nvPicPr>
          <p:cNvPr id="768" name="Google Shape;768;p78"/>
          <p:cNvPicPr preferRelativeResize="0"/>
          <p:nvPr/>
        </p:nvPicPr>
        <p:blipFill>
          <a:blip r:embed="rId4">
            <a:alphaModFix/>
          </a:blip>
          <a:stretch>
            <a:fillRect/>
          </a:stretch>
        </p:blipFill>
        <p:spPr>
          <a:xfrm>
            <a:off x="152400" y="1153850"/>
            <a:ext cx="5232300" cy="299504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772" name="Shape 772"/>
        <p:cNvGrpSpPr/>
        <p:nvPr/>
      </p:nvGrpSpPr>
      <p:grpSpPr>
        <a:xfrm>
          <a:off x="0" y="0"/>
          <a:ext cx="0" cy="0"/>
          <a:chOff x="0" y="0"/>
          <a:chExt cx="0" cy="0"/>
        </a:xfrm>
      </p:grpSpPr>
      <p:sp>
        <p:nvSpPr>
          <p:cNvPr id="773" name="Google Shape;773;p79"/>
          <p:cNvSpPr txBox="1"/>
          <p:nvPr>
            <p:ph type="title"/>
          </p:nvPr>
        </p:nvSpPr>
        <p:spPr>
          <a:xfrm>
            <a:off x="980325" y="26200"/>
            <a:ext cx="7617600" cy="57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solidFill>
                  <a:srgbClr val="00160D"/>
                </a:solidFill>
                <a:latin typeface="Familjen Grotesk Medium"/>
                <a:ea typeface="Familjen Grotesk Medium"/>
                <a:cs typeface="Familjen Grotesk Medium"/>
                <a:sym typeface="Familjen Grotesk Medium"/>
              </a:rPr>
              <a:t>D.</a:t>
            </a:r>
            <a:r>
              <a:rPr lang="en" sz="3800">
                <a:solidFill>
                  <a:srgbClr val="00160D"/>
                </a:solidFill>
                <a:latin typeface="Familjen Grotesk Medium"/>
                <a:ea typeface="Familjen Grotesk Medium"/>
                <a:cs typeface="Familjen Grotesk Medium"/>
                <a:sym typeface="Familjen Grotesk Medium"/>
              </a:rPr>
              <a:t>  </a:t>
            </a:r>
            <a:r>
              <a:rPr lang="en" sz="1900">
                <a:solidFill>
                  <a:srgbClr val="00160D"/>
                </a:solidFill>
                <a:latin typeface="Familjen Grotesk Medium"/>
                <a:ea typeface="Familjen Grotesk Medium"/>
                <a:cs typeface="Familjen Grotesk Medium"/>
                <a:sym typeface="Familjen Grotesk Medium"/>
              </a:rPr>
              <a:t>Perform Univariate, Segmented Univariate, and Bivariate Analysis</a:t>
            </a:r>
            <a:endParaRPr sz="5100">
              <a:solidFill>
                <a:srgbClr val="00160D"/>
              </a:solidFill>
              <a:latin typeface="Familjen Grotesk Medium"/>
              <a:ea typeface="Familjen Grotesk Medium"/>
              <a:cs typeface="Familjen Grotesk Medium"/>
              <a:sym typeface="Familjen Grotesk Medium"/>
            </a:endParaRPr>
          </a:p>
          <a:p>
            <a:pPr indent="0" lvl="0" marL="0" rtl="0" algn="l">
              <a:lnSpc>
                <a:spcPct val="100000"/>
              </a:lnSpc>
              <a:spcBef>
                <a:spcPts val="0"/>
              </a:spcBef>
              <a:spcAft>
                <a:spcPts val="0"/>
              </a:spcAft>
              <a:buNone/>
            </a:pPr>
            <a:r>
              <a:t/>
            </a:r>
            <a:endParaRPr sz="3800">
              <a:solidFill>
                <a:srgbClr val="00160D"/>
              </a:solidFill>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3800">
              <a:solidFill>
                <a:srgbClr val="00160D"/>
              </a:solidFill>
              <a:latin typeface="Familjen Grotesk Medium"/>
              <a:ea typeface="Familjen Grotesk Medium"/>
              <a:cs typeface="Familjen Grotesk Medium"/>
              <a:sym typeface="Familjen Grotesk Medium"/>
            </a:endParaRPr>
          </a:p>
        </p:txBody>
      </p:sp>
      <p:pic>
        <p:nvPicPr>
          <p:cNvPr id="774" name="Google Shape;774;p79"/>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775" name="Google Shape;775;p79"/>
          <p:cNvCxnSpPr/>
          <p:nvPr/>
        </p:nvCxnSpPr>
        <p:spPr>
          <a:xfrm>
            <a:off x="1104900" y="6362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776" name="Google Shape;776;p79"/>
          <p:cNvSpPr txBox="1"/>
          <p:nvPr/>
        </p:nvSpPr>
        <p:spPr>
          <a:xfrm>
            <a:off x="1519375" y="775100"/>
            <a:ext cx="6477900" cy="8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Most applicants have total income less than or equal to Rs. 2 Lakhs.</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And most applicants have been credited with the loan amount less than or equal to Rs. 5 Lakhs.</a:t>
            </a:r>
            <a:endParaRPr>
              <a:solidFill>
                <a:schemeClr val="dk1"/>
              </a:solidFill>
              <a:latin typeface="Spectral"/>
              <a:ea typeface="Spectral"/>
              <a:cs typeface="Spectral"/>
              <a:sym typeface="Spectral"/>
            </a:endParaRPr>
          </a:p>
        </p:txBody>
      </p:sp>
      <p:pic>
        <p:nvPicPr>
          <p:cNvPr id="777" name="Google Shape;777;p79"/>
          <p:cNvPicPr preferRelativeResize="0"/>
          <p:nvPr/>
        </p:nvPicPr>
        <p:blipFill>
          <a:blip r:embed="rId4">
            <a:alphaModFix/>
          </a:blip>
          <a:stretch>
            <a:fillRect/>
          </a:stretch>
        </p:blipFill>
        <p:spPr>
          <a:xfrm>
            <a:off x="100700" y="1654150"/>
            <a:ext cx="4313249" cy="3000425"/>
          </a:xfrm>
          <a:prstGeom prst="rect">
            <a:avLst/>
          </a:prstGeom>
          <a:noFill/>
          <a:ln>
            <a:noFill/>
          </a:ln>
        </p:spPr>
      </p:pic>
      <p:pic>
        <p:nvPicPr>
          <p:cNvPr id="778" name="Google Shape;778;p79"/>
          <p:cNvPicPr preferRelativeResize="0"/>
          <p:nvPr/>
        </p:nvPicPr>
        <p:blipFill>
          <a:blip r:embed="rId5">
            <a:alphaModFix/>
          </a:blip>
          <a:stretch>
            <a:fillRect/>
          </a:stretch>
        </p:blipFill>
        <p:spPr>
          <a:xfrm>
            <a:off x="4572000" y="1654150"/>
            <a:ext cx="4455300" cy="3000425"/>
          </a:xfrm>
          <a:prstGeom prst="rect">
            <a:avLst/>
          </a:prstGeom>
          <a:noFill/>
          <a:ln>
            <a:noFill/>
          </a:ln>
        </p:spPr>
      </p:pic>
      <p:sp>
        <p:nvSpPr>
          <p:cNvPr id="779" name="Google Shape;779;p79"/>
          <p:cNvSpPr txBox="1"/>
          <p:nvPr/>
        </p:nvSpPr>
        <p:spPr>
          <a:xfrm>
            <a:off x="3038350" y="4654950"/>
            <a:ext cx="6477900" cy="8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UNIVARIATE ANALYSIS</a:t>
            </a:r>
            <a:endParaRPr>
              <a:solidFill>
                <a:schemeClr val="dk1"/>
              </a:solidFill>
              <a:latin typeface="Spectral"/>
              <a:ea typeface="Spectral"/>
              <a:cs typeface="Spectral"/>
              <a:sym typeface="Spectr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783" name="Shape 783"/>
        <p:cNvGrpSpPr/>
        <p:nvPr/>
      </p:nvGrpSpPr>
      <p:grpSpPr>
        <a:xfrm>
          <a:off x="0" y="0"/>
          <a:ext cx="0" cy="0"/>
          <a:chOff x="0" y="0"/>
          <a:chExt cx="0" cy="0"/>
        </a:xfrm>
      </p:grpSpPr>
      <p:sp>
        <p:nvSpPr>
          <p:cNvPr id="784" name="Google Shape;784;p80"/>
          <p:cNvSpPr txBox="1"/>
          <p:nvPr>
            <p:ph type="title"/>
          </p:nvPr>
        </p:nvSpPr>
        <p:spPr>
          <a:xfrm>
            <a:off x="980325" y="26200"/>
            <a:ext cx="7617600" cy="57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solidFill>
                  <a:srgbClr val="00160D"/>
                </a:solidFill>
                <a:latin typeface="Familjen Grotesk Medium"/>
                <a:ea typeface="Familjen Grotesk Medium"/>
                <a:cs typeface="Familjen Grotesk Medium"/>
                <a:sym typeface="Familjen Grotesk Medium"/>
              </a:rPr>
              <a:t>D.</a:t>
            </a:r>
            <a:r>
              <a:rPr lang="en" sz="3800">
                <a:solidFill>
                  <a:srgbClr val="00160D"/>
                </a:solidFill>
                <a:latin typeface="Familjen Grotesk Medium"/>
                <a:ea typeface="Familjen Grotesk Medium"/>
                <a:cs typeface="Familjen Grotesk Medium"/>
                <a:sym typeface="Familjen Grotesk Medium"/>
              </a:rPr>
              <a:t>  </a:t>
            </a:r>
            <a:r>
              <a:rPr lang="en" sz="1900">
                <a:solidFill>
                  <a:srgbClr val="00160D"/>
                </a:solidFill>
                <a:latin typeface="Familjen Grotesk Medium"/>
                <a:ea typeface="Familjen Grotesk Medium"/>
                <a:cs typeface="Familjen Grotesk Medium"/>
                <a:sym typeface="Familjen Grotesk Medium"/>
              </a:rPr>
              <a:t>Perform Univariate, Segmented Univariate, and Bivariate Analysis</a:t>
            </a:r>
            <a:endParaRPr sz="5100">
              <a:solidFill>
                <a:srgbClr val="00160D"/>
              </a:solidFill>
              <a:latin typeface="Familjen Grotesk Medium"/>
              <a:ea typeface="Familjen Grotesk Medium"/>
              <a:cs typeface="Familjen Grotesk Medium"/>
              <a:sym typeface="Familjen Grotesk Medium"/>
            </a:endParaRPr>
          </a:p>
          <a:p>
            <a:pPr indent="0" lvl="0" marL="0" rtl="0" algn="l">
              <a:lnSpc>
                <a:spcPct val="100000"/>
              </a:lnSpc>
              <a:spcBef>
                <a:spcPts val="0"/>
              </a:spcBef>
              <a:spcAft>
                <a:spcPts val="0"/>
              </a:spcAft>
              <a:buNone/>
            </a:pPr>
            <a:r>
              <a:t/>
            </a:r>
            <a:endParaRPr sz="3800">
              <a:solidFill>
                <a:srgbClr val="00160D"/>
              </a:solidFill>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3800">
              <a:solidFill>
                <a:srgbClr val="00160D"/>
              </a:solidFill>
              <a:latin typeface="Familjen Grotesk Medium"/>
              <a:ea typeface="Familjen Grotesk Medium"/>
              <a:cs typeface="Familjen Grotesk Medium"/>
              <a:sym typeface="Familjen Grotesk Medium"/>
            </a:endParaRPr>
          </a:p>
        </p:txBody>
      </p:sp>
      <p:pic>
        <p:nvPicPr>
          <p:cNvPr id="785" name="Google Shape;785;p80"/>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786" name="Google Shape;786;p80"/>
          <p:cNvCxnSpPr/>
          <p:nvPr/>
        </p:nvCxnSpPr>
        <p:spPr>
          <a:xfrm>
            <a:off x="1104900" y="6362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787" name="Google Shape;787;p80"/>
          <p:cNvSpPr txBox="1"/>
          <p:nvPr/>
        </p:nvSpPr>
        <p:spPr>
          <a:xfrm>
            <a:off x="1519375" y="851300"/>
            <a:ext cx="6477900" cy="8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Most loan applicants do not have children.</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Also, applicants seeking for a loan have House/apartment type as their living situation.</a:t>
            </a:r>
            <a:endParaRPr>
              <a:solidFill>
                <a:schemeClr val="dk1"/>
              </a:solidFill>
              <a:latin typeface="Spectral"/>
              <a:ea typeface="Spectral"/>
              <a:cs typeface="Spectral"/>
              <a:sym typeface="Spectral"/>
            </a:endParaRPr>
          </a:p>
        </p:txBody>
      </p:sp>
      <p:pic>
        <p:nvPicPr>
          <p:cNvPr id="788" name="Google Shape;788;p80"/>
          <p:cNvPicPr preferRelativeResize="0"/>
          <p:nvPr/>
        </p:nvPicPr>
        <p:blipFill>
          <a:blip r:embed="rId4">
            <a:alphaModFix/>
          </a:blip>
          <a:stretch>
            <a:fillRect/>
          </a:stretch>
        </p:blipFill>
        <p:spPr>
          <a:xfrm>
            <a:off x="152400" y="1756100"/>
            <a:ext cx="4267200" cy="2746442"/>
          </a:xfrm>
          <a:prstGeom prst="rect">
            <a:avLst/>
          </a:prstGeom>
          <a:noFill/>
          <a:ln>
            <a:noFill/>
          </a:ln>
        </p:spPr>
      </p:pic>
      <p:pic>
        <p:nvPicPr>
          <p:cNvPr id="789" name="Google Shape;789;p80"/>
          <p:cNvPicPr preferRelativeResize="0"/>
          <p:nvPr/>
        </p:nvPicPr>
        <p:blipFill>
          <a:blip r:embed="rId5">
            <a:alphaModFix/>
          </a:blip>
          <a:stretch>
            <a:fillRect/>
          </a:stretch>
        </p:blipFill>
        <p:spPr>
          <a:xfrm>
            <a:off x="4572000" y="1756100"/>
            <a:ext cx="4419600" cy="2785758"/>
          </a:xfrm>
          <a:prstGeom prst="rect">
            <a:avLst/>
          </a:prstGeom>
          <a:noFill/>
          <a:ln>
            <a:noFill/>
          </a:ln>
        </p:spPr>
      </p:pic>
      <p:sp>
        <p:nvSpPr>
          <p:cNvPr id="790" name="Google Shape;790;p80"/>
          <p:cNvSpPr txBox="1"/>
          <p:nvPr/>
        </p:nvSpPr>
        <p:spPr>
          <a:xfrm>
            <a:off x="3038350" y="4654950"/>
            <a:ext cx="6477900" cy="8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UNIVARIATE ANALYSIS</a:t>
            </a:r>
            <a:endParaRPr>
              <a:solidFill>
                <a:schemeClr val="dk1"/>
              </a:solidFill>
              <a:latin typeface="Spectral"/>
              <a:ea typeface="Spectral"/>
              <a:cs typeface="Spectral"/>
              <a:sym typeface="Spectr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794" name="Shape 794"/>
        <p:cNvGrpSpPr/>
        <p:nvPr/>
      </p:nvGrpSpPr>
      <p:grpSpPr>
        <a:xfrm>
          <a:off x="0" y="0"/>
          <a:ext cx="0" cy="0"/>
          <a:chOff x="0" y="0"/>
          <a:chExt cx="0" cy="0"/>
        </a:xfrm>
      </p:grpSpPr>
      <p:sp>
        <p:nvSpPr>
          <p:cNvPr id="795" name="Google Shape;795;p81"/>
          <p:cNvSpPr txBox="1"/>
          <p:nvPr>
            <p:ph type="title"/>
          </p:nvPr>
        </p:nvSpPr>
        <p:spPr>
          <a:xfrm>
            <a:off x="980325" y="26200"/>
            <a:ext cx="7617600" cy="57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solidFill>
                  <a:srgbClr val="00160D"/>
                </a:solidFill>
                <a:latin typeface="Familjen Grotesk Medium"/>
                <a:ea typeface="Familjen Grotesk Medium"/>
                <a:cs typeface="Familjen Grotesk Medium"/>
                <a:sym typeface="Familjen Grotesk Medium"/>
              </a:rPr>
              <a:t>D.</a:t>
            </a:r>
            <a:r>
              <a:rPr lang="en" sz="3800">
                <a:solidFill>
                  <a:srgbClr val="00160D"/>
                </a:solidFill>
                <a:latin typeface="Familjen Grotesk Medium"/>
                <a:ea typeface="Familjen Grotesk Medium"/>
                <a:cs typeface="Familjen Grotesk Medium"/>
                <a:sym typeface="Familjen Grotesk Medium"/>
              </a:rPr>
              <a:t>  </a:t>
            </a:r>
            <a:r>
              <a:rPr lang="en" sz="1900">
                <a:solidFill>
                  <a:srgbClr val="00160D"/>
                </a:solidFill>
                <a:latin typeface="Familjen Grotesk Medium"/>
                <a:ea typeface="Familjen Grotesk Medium"/>
                <a:cs typeface="Familjen Grotesk Medium"/>
                <a:sym typeface="Familjen Grotesk Medium"/>
              </a:rPr>
              <a:t>Perform Univariate, Segmented Univariate, and Bivariate Analysis</a:t>
            </a:r>
            <a:endParaRPr sz="5100">
              <a:solidFill>
                <a:srgbClr val="00160D"/>
              </a:solidFill>
              <a:latin typeface="Familjen Grotesk Medium"/>
              <a:ea typeface="Familjen Grotesk Medium"/>
              <a:cs typeface="Familjen Grotesk Medium"/>
              <a:sym typeface="Familjen Grotesk Medium"/>
            </a:endParaRPr>
          </a:p>
          <a:p>
            <a:pPr indent="0" lvl="0" marL="0" rtl="0" algn="l">
              <a:lnSpc>
                <a:spcPct val="100000"/>
              </a:lnSpc>
              <a:spcBef>
                <a:spcPts val="0"/>
              </a:spcBef>
              <a:spcAft>
                <a:spcPts val="0"/>
              </a:spcAft>
              <a:buNone/>
            </a:pPr>
            <a:r>
              <a:t/>
            </a:r>
            <a:endParaRPr sz="3800">
              <a:solidFill>
                <a:srgbClr val="00160D"/>
              </a:solidFill>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3800">
              <a:solidFill>
                <a:srgbClr val="00160D"/>
              </a:solidFill>
              <a:latin typeface="Familjen Grotesk Medium"/>
              <a:ea typeface="Familjen Grotesk Medium"/>
              <a:cs typeface="Familjen Grotesk Medium"/>
              <a:sym typeface="Familjen Grotesk Medium"/>
            </a:endParaRPr>
          </a:p>
        </p:txBody>
      </p:sp>
      <p:pic>
        <p:nvPicPr>
          <p:cNvPr id="796" name="Google Shape;796;p81"/>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797" name="Google Shape;797;p81"/>
          <p:cNvCxnSpPr/>
          <p:nvPr/>
        </p:nvCxnSpPr>
        <p:spPr>
          <a:xfrm>
            <a:off x="1104900" y="6362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798" name="Google Shape;798;p81"/>
          <p:cNvSpPr txBox="1"/>
          <p:nvPr/>
        </p:nvSpPr>
        <p:spPr>
          <a:xfrm>
            <a:off x="1519375" y="851300"/>
            <a:ext cx="6477900" cy="8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Most loan applicants do not have children.</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Also, applicants seeking for a loan have House/apartment type as their living situation.</a:t>
            </a:r>
            <a:endParaRPr>
              <a:solidFill>
                <a:schemeClr val="dk1"/>
              </a:solidFill>
              <a:latin typeface="Spectral"/>
              <a:ea typeface="Spectral"/>
              <a:cs typeface="Spectral"/>
              <a:sym typeface="Spectral"/>
            </a:endParaRPr>
          </a:p>
        </p:txBody>
      </p:sp>
      <p:pic>
        <p:nvPicPr>
          <p:cNvPr id="799" name="Google Shape;799;p81"/>
          <p:cNvPicPr preferRelativeResize="0"/>
          <p:nvPr/>
        </p:nvPicPr>
        <p:blipFill>
          <a:blip r:embed="rId4">
            <a:alphaModFix/>
          </a:blip>
          <a:stretch>
            <a:fillRect/>
          </a:stretch>
        </p:blipFill>
        <p:spPr>
          <a:xfrm>
            <a:off x="152400" y="1832300"/>
            <a:ext cx="8839202" cy="309235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803" name="Shape 803"/>
        <p:cNvGrpSpPr/>
        <p:nvPr/>
      </p:nvGrpSpPr>
      <p:grpSpPr>
        <a:xfrm>
          <a:off x="0" y="0"/>
          <a:ext cx="0" cy="0"/>
          <a:chOff x="0" y="0"/>
          <a:chExt cx="0" cy="0"/>
        </a:xfrm>
      </p:grpSpPr>
      <p:sp>
        <p:nvSpPr>
          <p:cNvPr id="804" name="Google Shape;804;p82"/>
          <p:cNvSpPr txBox="1"/>
          <p:nvPr>
            <p:ph type="title"/>
          </p:nvPr>
        </p:nvSpPr>
        <p:spPr>
          <a:xfrm>
            <a:off x="980325" y="26200"/>
            <a:ext cx="7617600" cy="57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solidFill>
                  <a:srgbClr val="00160D"/>
                </a:solidFill>
                <a:latin typeface="Familjen Grotesk Medium"/>
                <a:ea typeface="Familjen Grotesk Medium"/>
                <a:cs typeface="Familjen Grotesk Medium"/>
                <a:sym typeface="Familjen Grotesk Medium"/>
              </a:rPr>
              <a:t>D.</a:t>
            </a:r>
            <a:r>
              <a:rPr lang="en" sz="3800">
                <a:solidFill>
                  <a:srgbClr val="00160D"/>
                </a:solidFill>
                <a:latin typeface="Familjen Grotesk Medium"/>
                <a:ea typeface="Familjen Grotesk Medium"/>
                <a:cs typeface="Familjen Grotesk Medium"/>
                <a:sym typeface="Familjen Grotesk Medium"/>
              </a:rPr>
              <a:t>  </a:t>
            </a:r>
            <a:r>
              <a:rPr lang="en" sz="1900">
                <a:solidFill>
                  <a:srgbClr val="00160D"/>
                </a:solidFill>
                <a:latin typeface="Familjen Grotesk Medium"/>
                <a:ea typeface="Familjen Grotesk Medium"/>
                <a:cs typeface="Familjen Grotesk Medium"/>
                <a:sym typeface="Familjen Grotesk Medium"/>
              </a:rPr>
              <a:t>Perform Univariate, Segmented Univariate, and Bivariate Analysis</a:t>
            </a:r>
            <a:endParaRPr sz="5100">
              <a:solidFill>
                <a:srgbClr val="00160D"/>
              </a:solidFill>
              <a:latin typeface="Familjen Grotesk Medium"/>
              <a:ea typeface="Familjen Grotesk Medium"/>
              <a:cs typeface="Familjen Grotesk Medium"/>
              <a:sym typeface="Familjen Grotesk Medium"/>
            </a:endParaRPr>
          </a:p>
          <a:p>
            <a:pPr indent="0" lvl="0" marL="0" rtl="0" algn="l">
              <a:lnSpc>
                <a:spcPct val="100000"/>
              </a:lnSpc>
              <a:spcBef>
                <a:spcPts val="0"/>
              </a:spcBef>
              <a:spcAft>
                <a:spcPts val="0"/>
              </a:spcAft>
              <a:buNone/>
            </a:pPr>
            <a:r>
              <a:t/>
            </a:r>
            <a:endParaRPr sz="3800">
              <a:solidFill>
                <a:srgbClr val="00160D"/>
              </a:solidFill>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3800">
              <a:solidFill>
                <a:srgbClr val="00160D"/>
              </a:solidFill>
              <a:latin typeface="Familjen Grotesk Medium"/>
              <a:ea typeface="Familjen Grotesk Medium"/>
              <a:cs typeface="Familjen Grotesk Medium"/>
              <a:sym typeface="Familjen Grotesk Medium"/>
            </a:endParaRPr>
          </a:p>
        </p:txBody>
      </p:sp>
      <p:pic>
        <p:nvPicPr>
          <p:cNvPr id="805" name="Google Shape;805;p82"/>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806" name="Google Shape;806;p82"/>
          <p:cNvCxnSpPr/>
          <p:nvPr/>
        </p:nvCxnSpPr>
        <p:spPr>
          <a:xfrm>
            <a:off x="1104900" y="6362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807" name="Google Shape;807;p82"/>
          <p:cNvSpPr txBox="1"/>
          <p:nvPr/>
        </p:nvSpPr>
        <p:spPr>
          <a:xfrm>
            <a:off x="1519375" y="851300"/>
            <a:ext cx="6477900" cy="8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Most loan applicants do not have children.</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Also, applicants seeking for a loan have House/apartment type as their living situation.</a:t>
            </a:r>
            <a:endParaRPr>
              <a:solidFill>
                <a:schemeClr val="dk1"/>
              </a:solidFill>
              <a:latin typeface="Spectral"/>
              <a:ea typeface="Spectral"/>
              <a:cs typeface="Spectral"/>
              <a:sym typeface="Spectral"/>
            </a:endParaRPr>
          </a:p>
        </p:txBody>
      </p:sp>
      <p:pic>
        <p:nvPicPr>
          <p:cNvPr id="808" name="Google Shape;808;p82"/>
          <p:cNvPicPr preferRelativeResize="0"/>
          <p:nvPr/>
        </p:nvPicPr>
        <p:blipFill>
          <a:blip r:embed="rId4">
            <a:alphaModFix/>
          </a:blip>
          <a:stretch>
            <a:fillRect/>
          </a:stretch>
        </p:blipFill>
        <p:spPr>
          <a:xfrm>
            <a:off x="152400" y="1832300"/>
            <a:ext cx="8839198" cy="30816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812" name="Shape 812"/>
        <p:cNvGrpSpPr/>
        <p:nvPr/>
      </p:nvGrpSpPr>
      <p:grpSpPr>
        <a:xfrm>
          <a:off x="0" y="0"/>
          <a:ext cx="0" cy="0"/>
          <a:chOff x="0" y="0"/>
          <a:chExt cx="0" cy="0"/>
        </a:xfrm>
      </p:grpSpPr>
      <p:sp>
        <p:nvSpPr>
          <p:cNvPr id="813" name="Google Shape;813;p83"/>
          <p:cNvSpPr txBox="1"/>
          <p:nvPr>
            <p:ph type="title"/>
          </p:nvPr>
        </p:nvSpPr>
        <p:spPr>
          <a:xfrm>
            <a:off x="980325" y="26200"/>
            <a:ext cx="7617600" cy="57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solidFill>
                  <a:srgbClr val="00160D"/>
                </a:solidFill>
                <a:latin typeface="Familjen Grotesk Medium"/>
                <a:ea typeface="Familjen Grotesk Medium"/>
                <a:cs typeface="Familjen Grotesk Medium"/>
                <a:sym typeface="Familjen Grotesk Medium"/>
              </a:rPr>
              <a:t>D.</a:t>
            </a:r>
            <a:r>
              <a:rPr lang="en" sz="3800">
                <a:solidFill>
                  <a:srgbClr val="00160D"/>
                </a:solidFill>
                <a:latin typeface="Familjen Grotesk Medium"/>
                <a:ea typeface="Familjen Grotesk Medium"/>
                <a:cs typeface="Familjen Grotesk Medium"/>
                <a:sym typeface="Familjen Grotesk Medium"/>
              </a:rPr>
              <a:t>  </a:t>
            </a:r>
            <a:r>
              <a:rPr lang="en" sz="1900">
                <a:solidFill>
                  <a:srgbClr val="00160D"/>
                </a:solidFill>
                <a:latin typeface="Familjen Grotesk Medium"/>
                <a:ea typeface="Familjen Grotesk Medium"/>
                <a:cs typeface="Familjen Grotesk Medium"/>
                <a:sym typeface="Familjen Grotesk Medium"/>
              </a:rPr>
              <a:t>Perform Univariate, Segmented Univariate, and Bivariate Analysis</a:t>
            </a:r>
            <a:endParaRPr sz="5100">
              <a:solidFill>
                <a:srgbClr val="00160D"/>
              </a:solidFill>
              <a:latin typeface="Familjen Grotesk Medium"/>
              <a:ea typeface="Familjen Grotesk Medium"/>
              <a:cs typeface="Familjen Grotesk Medium"/>
              <a:sym typeface="Familjen Grotesk Medium"/>
            </a:endParaRPr>
          </a:p>
          <a:p>
            <a:pPr indent="0" lvl="0" marL="0" rtl="0" algn="l">
              <a:lnSpc>
                <a:spcPct val="100000"/>
              </a:lnSpc>
              <a:spcBef>
                <a:spcPts val="0"/>
              </a:spcBef>
              <a:spcAft>
                <a:spcPts val="0"/>
              </a:spcAft>
              <a:buNone/>
            </a:pPr>
            <a:r>
              <a:t/>
            </a:r>
            <a:endParaRPr sz="3800">
              <a:solidFill>
                <a:srgbClr val="00160D"/>
              </a:solidFill>
              <a:latin typeface="Familjen Grotesk Medium"/>
              <a:ea typeface="Familjen Grotesk Medium"/>
              <a:cs typeface="Familjen Grotesk Medium"/>
              <a:sym typeface="Familjen Grotesk Medium"/>
            </a:endParaRPr>
          </a:p>
          <a:p>
            <a:pPr indent="0" lvl="0" marL="0" rtl="0" algn="l">
              <a:lnSpc>
                <a:spcPct val="115000"/>
              </a:lnSpc>
              <a:spcBef>
                <a:spcPts val="0"/>
              </a:spcBef>
              <a:spcAft>
                <a:spcPts val="0"/>
              </a:spcAft>
              <a:buNone/>
            </a:pPr>
            <a:r>
              <a:t/>
            </a:r>
            <a:endParaRPr sz="3800">
              <a:solidFill>
                <a:srgbClr val="00160D"/>
              </a:solidFill>
              <a:latin typeface="Familjen Grotesk Medium"/>
              <a:ea typeface="Familjen Grotesk Medium"/>
              <a:cs typeface="Familjen Grotesk Medium"/>
              <a:sym typeface="Familjen Grotesk Medium"/>
            </a:endParaRPr>
          </a:p>
        </p:txBody>
      </p:sp>
      <p:pic>
        <p:nvPicPr>
          <p:cNvPr id="814" name="Google Shape;814;p83"/>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815" name="Google Shape;815;p83"/>
          <p:cNvCxnSpPr/>
          <p:nvPr/>
        </p:nvCxnSpPr>
        <p:spPr>
          <a:xfrm>
            <a:off x="1104900" y="6362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816" name="Google Shape;816;p83"/>
          <p:cNvSpPr txBox="1"/>
          <p:nvPr/>
        </p:nvSpPr>
        <p:spPr>
          <a:xfrm>
            <a:off x="1519375" y="851300"/>
            <a:ext cx="6477900" cy="8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Most loan applicants do not have children.</a:t>
            </a:r>
            <a:endParaRPr>
              <a:solidFill>
                <a:schemeClr val="dk1"/>
              </a:solidFill>
              <a:latin typeface="Spectral"/>
              <a:ea typeface="Spectral"/>
              <a:cs typeface="Spectral"/>
              <a:sym typeface="Spectral"/>
            </a:endParaRPr>
          </a:p>
          <a:p>
            <a:pPr indent="0" lvl="0" marL="0" rtl="0" algn="l">
              <a:spcBef>
                <a:spcPts val="0"/>
              </a:spcBef>
              <a:spcAft>
                <a:spcPts val="0"/>
              </a:spcAft>
              <a:buNone/>
            </a:pPr>
            <a:r>
              <a:rPr lang="en">
                <a:solidFill>
                  <a:schemeClr val="dk1"/>
                </a:solidFill>
                <a:latin typeface="Spectral"/>
                <a:ea typeface="Spectral"/>
                <a:cs typeface="Spectral"/>
                <a:sym typeface="Spectral"/>
              </a:rPr>
              <a:t>Also, applicants seeking for a loan have House/apartment type as their living situation.</a:t>
            </a:r>
            <a:endParaRPr>
              <a:solidFill>
                <a:schemeClr val="dk1"/>
              </a:solidFill>
              <a:latin typeface="Spectral"/>
              <a:ea typeface="Spectral"/>
              <a:cs typeface="Spectral"/>
              <a:sym typeface="Spectral"/>
            </a:endParaRPr>
          </a:p>
        </p:txBody>
      </p:sp>
      <p:pic>
        <p:nvPicPr>
          <p:cNvPr id="817" name="Google Shape;817;p83"/>
          <p:cNvPicPr preferRelativeResize="0"/>
          <p:nvPr/>
        </p:nvPicPr>
        <p:blipFill>
          <a:blip r:embed="rId4">
            <a:alphaModFix/>
          </a:blip>
          <a:stretch>
            <a:fillRect/>
          </a:stretch>
        </p:blipFill>
        <p:spPr>
          <a:xfrm>
            <a:off x="1104900" y="1679900"/>
            <a:ext cx="7708310" cy="3158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821" name="Shape 821"/>
        <p:cNvGrpSpPr/>
        <p:nvPr/>
      </p:nvGrpSpPr>
      <p:grpSpPr>
        <a:xfrm>
          <a:off x="0" y="0"/>
          <a:ext cx="0" cy="0"/>
          <a:chOff x="0" y="0"/>
          <a:chExt cx="0" cy="0"/>
        </a:xfrm>
      </p:grpSpPr>
      <p:pic>
        <p:nvPicPr>
          <p:cNvPr id="822" name="Google Shape;822;p84"/>
          <p:cNvPicPr preferRelativeResize="0"/>
          <p:nvPr>
            <p:ph idx="2" type="pic"/>
          </p:nvPr>
        </p:nvPicPr>
        <p:blipFill rotWithShape="1">
          <a:blip r:embed="rId3">
            <a:alphaModFix/>
          </a:blip>
          <a:srcRect b="0" l="6597" r="6605" t="0"/>
          <a:stretch/>
        </p:blipFill>
        <p:spPr>
          <a:xfrm>
            <a:off x="-12" y="152400"/>
            <a:ext cx="828601" cy="828601"/>
          </a:xfrm>
          <a:prstGeom prst="rect">
            <a:avLst/>
          </a:prstGeom>
          <a:noFill/>
          <a:ln>
            <a:noFill/>
          </a:ln>
        </p:spPr>
      </p:pic>
      <p:cxnSp>
        <p:nvCxnSpPr>
          <p:cNvPr id="823" name="Google Shape;823;p84"/>
          <p:cNvCxnSpPr/>
          <p:nvPr/>
        </p:nvCxnSpPr>
        <p:spPr>
          <a:xfrm>
            <a:off x="1104900" y="864825"/>
            <a:ext cx="8031300" cy="27900"/>
          </a:xfrm>
          <a:prstGeom prst="straightConnector1">
            <a:avLst/>
          </a:prstGeom>
          <a:noFill/>
          <a:ln cap="flat" cmpd="sng" w="9525">
            <a:solidFill>
              <a:srgbClr val="00160D"/>
            </a:solidFill>
            <a:prstDash val="solid"/>
            <a:round/>
            <a:headEnd len="med" w="med" type="none"/>
            <a:tailEnd len="med" w="med" type="none"/>
          </a:ln>
        </p:spPr>
      </p:cxnSp>
      <p:sp>
        <p:nvSpPr>
          <p:cNvPr id="824" name="Google Shape;824;p84"/>
          <p:cNvSpPr txBox="1"/>
          <p:nvPr/>
        </p:nvSpPr>
        <p:spPr>
          <a:xfrm>
            <a:off x="1035150" y="1064875"/>
            <a:ext cx="7898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Top Correlations was observed between,</a:t>
            </a:r>
            <a:endParaRPr>
              <a:solidFill>
                <a:schemeClr val="dk1"/>
              </a:solidFill>
              <a:latin typeface="Spectral"/>
              <a:ea typeface="Spectral"/>
              <a:cs typeface="Spectral"/>
              <a:sym typeface="Spectral"/>
            </a:endParaRPr>
          </a:p>
          <a:p>
            <a:pPr indent="-317500" lvl="0" marL="457200" rtl="0" algn="l">
              <a:spcBef>
                <a:spcPts val="0"/>
              </a:spcBef>
              <a:spcAft>
                <a:spcPts val="0"/>
              </a:spcAft>
              <a:buClr>
                <a:schemeClr val="dk1"/>
              </a:buClr>
              <a:buSzPts val="1400"/>
              <a:buFont typeface="Spectral"/>
              <a:buAutoNum type="arabicPeriod"/>
            </a:pPr>
            <a:r>
              <a:rPr lang="en">
                <a:solidFill>
                  <a:schemeClr val="dk1"/>
                </a:solidFill>
                <a:latin typeface="Spectral"/>
                <a:ea typeface="Spectral"/>
                <a:cs typeface="Spectral"/>
                <a:sym typeface="Spectral"/>
              </a:rPr>
              <a:t>Income Amount and Count of Children</a:t>
            </a:r>
            <a:endParaRPr>
              <a:solidFill>
                <a:schemeClr val="dk1"/>
              </a:solidFill>
              <a:latin typeface="Spectral"/>
              <a:ea typeface="Spectral"/>
              <a:cs typeface="Spectral"/>
              <a:sym typeface="Spectral"/>
            </a:endParaRPr>
          </a:p>
          <a:p>
            <a:pPr indent="-317500" lvl="0" marL="457200" rtl="0" algn="l">
              <a:spcBef>
                <a:spcPts val="0"/>
              </a:spcBef>
              <a:spcAft>
                <a:spcPts val="0"/>
              </a:spcAft>
              <a:buClr>
                <a:schemeClr val="dk1"/>
              </a:buClr>
              <a:buSzPts val="1400"/>
              <a:buFont typeface="Spectral"/>
              <a:buAutoNum type="arabicPeriod"/>
            </a:pPr>
            <a:r>
              <a:rPr lang="en">
                <a:solidFill>
                  <a:schemeClr val="dk1"/>
                </a:solidFill>
                <a:latin typeface="Spectral"/>
                <a:ea typeface="Spectral"/>
                <a:cs typeface="Spectral"/>
                <a:sym typeface="Spectral"/>
              </a:rPr>
              <a:t>Count of Family Members and Count of Children</a:t>
            </a:r>
            <a:endParaRPr>
              <a:solidFill>
                <a:schemeClr val="dk1"/>
              </a:solidFill>
              <a:latin typeface="Spectral"/>
              <a:ea typeface="Spectral"/>
              <a:cs typeface="Spectral"/>
              <a:sym typeface="Spectral"/>
            </a:endParaRPr>
          </a:p>
          <a:p>
            <a:pPr indent="-317500" lvl="0" marL="457200" rtl="0" algn="l">
              <a:spcBef>
                <a:spcPts val="0"/>
              </a:spcBef>
              <a:spcAft>
                <a:spcPts val="0"/>
              </a:spcAft>
              <a:buClr>
                <a:schemeClr val="dk1"/>
              </a:buClr>
              <a:buSzPts val="1400"/>
              <a:buFont typeface="Spectral"/>
              <a:buAutoNum type="arabicPeriod"/>
            </a:pPr>
            <a:r>
              <a:rPr lang="en">
                <a:solidFill>
                  <a:schemeClr val="dk1"/>
                </a:solidFill>
                <a:latin typeface="Spectral"/>
                <a:ea typeface="Spectral"/>
                <a:cs typeface="Spectral"/>
                <a:sym typeface="Spectral"/>
              </a:rPr>
              <a:t>Goods Amount Price and Credit Amount</a:t>
            </a:r>
            <a:endParaRPr>
              <a:solidFill>
                <a:schemeClr val="dk1"/>
              </a:solidFill>
              <a:latin typeface="Spectral"/>
              <a:ea typeface="Spectral"/>
              <a:cs typeface="Spectral"/>
              <a:sym typeface="Spectral"/>
            </a:endParaRPr>
          </a:p>
          <a:p>
            <a:pPr indent="-317500" lvl="0" marL="457200" rtl="0" algn="l">
              <a:spcBef>
                <a:spcPts val="0"/>
              </a:spcBef>
              <a:spcAft>
                <a:spcPts val="0"/>
              </a:spcAft>
              <a:buClr>
                <a:schemeClr val="dk1"/>
              </a:buClr>
              <a:buSzPts val="1400"/>
              <a:buFont typeface="Spectral"/>
              <a:buAutoNum type="arabicPeriod"/>
            </a:pPr>
            <a:r>
              <a:rPr lang="en">
                <a:solidFill>
                  <a:schemeClr val="dk1"/>
                </a:solidFill>
                <a:latin typeface="Spectral"/>
                <a:ea typeface="Spectral"/>
                <a:cs typeface="Spectral"/>
                <a:sym typeface="Spectral"/>
              </a:rPr>
              <a:t>Annuity Amount and Income Amount</a:t>
            </a:r>
            <a:endParaRPr>
              <a:solidFill>
                <a:schemeClr val="dk1"/>
              </a:solidFill>
              <a:latin typeface="Spectral"/>
              <a:ea typeface="Spectral"/>
              <a:cs typeface="Spectral"/>
              <a:sym typeface="Spectral"/>
            </a:endParaRPr>
          </a:p>
        </p:txBody>
      </p:sp>
      <p:sp>
        <p:nvSpPr>
          <p:cNvPr id="825" name="Google Shape;825;p84"/>
          <p:cNvSpPr txBox="1"/>
          <p:nvPr>
            <p:ph type="title"/>
          </p:nvPr>
        </p:nvSpPr>
        <p:spPr>
          <a:xfrm>
            <a:off x="980325" y="254800"/>
            <a:ext cx="7617600" cy="57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solidFill>
                  <a:srgbClr val="00160D"/>
                </a:solidFill>
                <a:latin typeface="Familjen Grotesk Medium"/>
                <a:ea typeface="Familjen Grotesk Medium"/>
                <a:cs typeface="Familjen Grotesk Medium"/>
                <a:sym typeface="Familjen Grotesk Medium"/>
              </a:rPr>
              <a:t>E.  Top Correlations for Different Scenarios</a:t>
            </a:r>
            <a:endParaRPr sz="3800">
              <a:solidFill>
                <a:srgbClr val="00160D"/>
              </a:solidFill>
              <a:latin typeface="Familjen Grotesk Medium"/>
              <a:ea typeface="Familjen Grotesk Medium"/>
              <a:cs typeface="Familjen Grotesk Medium"/>
              <a:sym typeface="Familjen Grotesk Medium"/>
            </a:endParaRPr>
          </a:p>
        </p:txBody>
      </p:sp>
      <p:pic>
        <p:nvPicPr>
          <p:cNvPr id="826" name="Google Shape;826;p84"/>
          <p:cNvPicPr preferRelativeResize="0"/>
          <p:nvPr/>
        </p:nvPicPr>
        <p:blipFill>
          <a:blip r:embed="rId4">
            <a:alphaModFix/>
          </a:blip>
          <a:stretch>
            <a:fillRect/>
          </a:stretch>
        </p:blipFill>
        <p:spPr>
          <a:xfrm>
            <a:off x="936075" y="2426950"/>
            <a:ext cx="8096250" cy="1724025"/>
          </a:xfrm>
          <a:prstGeom prst="rect">
            <a:avLst/>
          </a:prstGeom>
          <a:noFill/>
          <a:ln>
            <a:noFill/>
          </a:ln>
        </p:spPr>
      </p:pic>
      <p:sp>
        <p:nvSpPr>
          <p:cNvPr id="827" name="Google Shape;827;p84"/>
          <p:cNvSpPr txBox="1"/>
          <p:nvPr/>
        </p:nvSpPr>
        <p:spPr>
          <a:xfrm>
            <a:off x="6208800" y="0"/>
            <a:ext cx="3000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dk1"/>
                </a:solidFill>
                <a:latin typeface="Spectral"/>
                <a:ea typeface="Spectral"/>
                <a:cs typeface="Spectral"/>
                <a:sym typeface="Spectral"/>
              </a:rPr>
              <a:t>Excel Hyperlink (</a:t>
            </a:r>
            <a:r>
              <a:rPr lang="en" u="sng">
                <a:solidFill>
                  <a:schemeClr val="hlink"/>
                </a:solidFill>
                <a:latin typeface="Spectral"/>
                <a:ea typeface="Spectral"/>
                <a:cs typeface="Spectral"/>
                <a:sym typeface="Spectral"/>
                <a:hlinkClick r:id="rId5"/>
              </a:rPr>
              <a:t>CLICK HERE</a:t>
            </a:r>
            <a:r>
              <a:rPr lang="en">
                <a:solidFill>
                  <a:schemeClr val="dk1"/>
                </a:solidFill>
                <a:latin typeface="Spectral"/>
                <a:ea typeface="Spectral"/>
                <a:cs typeface="Spectral"/>
                <a:sym typeface="Spectral"/>
              </a:rPr>
              <a:t>)</a:t>
            </a:r>
            <a:endParaRPr>
              <a:solidFill>
                <a:schemeClr val="dk1"/>
              </a:solidFill>
              <a:latin typeface="Spectral"/>
              <a:ea typeface="Spectral"/>
              <a:cs typeface="Spectral"/>
              <a:sym typeface="Spectr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831" name="Shape 831"/>
        <p:cNvGrpSpPr/>
        <p:nvPr/>
      </p:nvGrpSpPr>
      <p:grpSpPr>
        <a:xfrm>
          <a:off x="0" y="0"/>
          <a:ext cx="0" cy="0"/>
          <a:chOff x="0" y="0"/>
          <a:chExt cx="0" cy="0"/>
        </a:xfrm>
      </p:grpSpPr>
      <p:sp>
        <p:nvSpPr>
          <p:cNvPr id="832" name="Google Shape;832;p85"/>
          <p:cNvSpPr txBox="1"/>
          <p:nvPr>
            <p:ph idx="4294967295" type="title"/>
          </p:nvPr>
        </p:nvSpPr>
        <p:spPr>
          <a:xfrm>
            <a:off x="140725" y="-7025"/>
            <a:ext cx="7538100" cy="905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4800">
                <a:latin typeface="Familjen Grotesk Medium"/>
                <a:ea typeface="Familjen Grotesk Medium"/>
                <a:cs typeface="Familjen Grotesk Medium"/>
                <a:sym typeface="Familjen Grotesk Medium"/>
              </a:rPr>
              <a:t>Tech-Stack Used</a:t>
            </a:r>
            <a:endParaRPr sz="4800">
              <a:latin typeface="Familjen Grotesk Medium"/>
              <a:ea typeface="Familjen Grotesk Medium"/>
              <a:cs typeface="Familjen Grotesk Medium"/>
              <a:sym typeface="Familjen Grotesk Medium"/>
            </a:endParaRPr>
          </a:p>
          <a:p>
            <a:pPr indent="0" lvl="0" marL="0" rtl="0" algn="l">
              <a:spcBef>
                <a:spcPts val="0"/>
              </a:spcBef>
              <a:spcAft>
                <a:spcPts val="0"/>
              </a:spcAft>
              <a:buNone/>
            </a:pPr>
            <a:r>
              <a:t/>
            </a:r>
            <a:endParaRPr sz="4800">
              <a:latin typeface="Familjen Grotesk Medium"/>
              <a:ea typeface="Familjen Grotesk Medium"/>
              <a:cs typeface="Familjen Grotesk Medium"/>
              <a:sym typeface="Familjen Grotesk Medium"/>
            </a:endParaRPr>
          </a:p>
        </p:txBody>
      </p:sp>
      <p:sp>
        <p:nvSpPr>
          <p:cNvPr id="833" name="Google Shape;833;p85"/>
          <p:cNvSpPr txBox="1"/>
          <p:nvPr>
            <p:ph type="title"/>
          </p:nvPr>
        </p:nvSpPr>
        <p:spPr>
          <a:xfrm>
            <a:off x="265500" y="1995175"/>
            <a:ext cx="4045200" cy="148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lang="en" sz="4800"/>
              <a:t>MS Excel 2019</a:t>
            </a:r>
            <a:endParaRPr sz="4800"/>
          </a:p>
        </p:txBody>
      </p:sp>
      <p:sp>
        <p:nvSpPr>
          <p:cNvPr id="834" name="Google Shape;834;p85"/>
          <p:cNvSpPr txBox="1"/>
          <p:nvPr>
            <p:ph idx="2" type="body"/>
          </p:nvPr>
        </p:nvSpPr>
        <p:spPr>
          <a:xfrm>
            <a:off x="4871350" y="1083550"/>
            <a:ext cx="3837000" cy="3695100"/>
          </a:xfrm>
          <a:prstGeom prst="rect">
            <a:avLst/>
          </a:prstGeom>
        </p:spPr>
        <p:txBody>
          <a:bodyPr anchorCtr="0" anchor="t" bIns="91425" lIns="91425" spcFirstLastPara="1" rIns="91425" wrap="square" tIns="91425">
            <a:noAutofit/>
          </a:bodyPr>
          <a:lstStyle/>
          <a:p>
            <a:pPr indent="-330200" lvl="0" marL="457200" rtl="0" algn="l">
              <a:lnSpc>
                <a:spcPct val="110000"/>
              </a:lnSpc>
              <a:spcBef>
                <a:spcPts val="0"/>
              </a:spcBef>
              <a:spcAft>
                <a:spcPts val="0"/>
              </a:spcAft>
              <a:buClr>
                <a:srgbClr val="002517"/>
              </a:buClr>
              <a:buSzPts val="1600"/>
              <a:buFont typeface="Spectral"/>
              <a:buChar char="●"/>
            </a:pPr>
            <a:r>
              <a:rPr lang="en" sz="1600">
                <a:solidFill>
                  <a:srgbClr val="002517"/>
                </a:solidFill>
              </a:rPr>
              <a:t>Ease of data management, gathering and performing operations on large dataset.</a:t>
            </a:r>
            <a:endParaRPr sz="1600">
              <a:solidFill>
                <a:srgbClr val="002517"/>
              </a:solidFill>
            </a:endParaRPr>
          </a:p>
          <a:p>
            <a:pPr indent="0" lvl="0" marL="457200" rtl="0" algn="l">
              <a:lnSpc>
                <a:spcPct val="110000"/>
              </a:lnSpc>
              <a:spcBef>
                <a:spcPts val="500"/>
              </a:spcBef>
              <a:spcAft>
                <a:spcPts val="0"/>
              </a:spcAft>
              <a:buNone/>
            </a:pPr>
            <a:r>
              <a:t/>
            </a:r>
            <a:endParaRPr sz="1600">
              <a:solidFill>
                <a:srgbClr val="002517"/>
              </a:solidFill>
            </a:endParaRPr>
          </a:p>
          <a:p>
            <a:pPr indent="-330200" lvl="0" marL="457200" rtl="0" algn="l">
              <a:lnSpc>
                <a:spcPct val="110000"/>
              </a:lnSpc>
              <a:spcBef>
                <a:spcPts val="500"/>
              </a:spcBef>
              <a:spcAft>
                <a:spcPts val="0"/>
              </a:spcAft>
              <a:buClr>
                <a:srgbClr val="002517"/>
              </a:buClr>
              <a:buSzPts val="1600"/>
              <a:buFont typeface="Spectral"/>
              <a:buChar char="●"/>
            </a:pPr>
            <a:r>
              <a:rPr lang="en" sz="1600">
                <a:solidFill>
                  <a:srgbClr val="002517"/>
                </a:solidFill>
              </a:rPr>
              <a:t>It is a useful tool to perform logical and statistical data analysis, and has a lot of features available for the same.</a:t>
            </a:r>
            <a:endParaRPr sz="1600">
              <a:solidFill>
                <a:srgbClr val="002517"/>
              </a:solidFill>
            </a:endParaRPr>
          </a:p>
          <a:p>
            <a:pPr indent="0" lvl="0" marL="457200" rtl="0" algn="l">
              <a:lnSpc>
                <a:spcPct val="110000"/>
              </a:lnSpc>
              <a:spcBef>
                <a:spcPts val="500"/>
              </a:spcBef>
              <a:spcAft>
                <a:spcPts val="0"/>
              </a:spcAft>
              <a:buNone/>
            </a:pPr>
            <a:r>
              <a:t/>
            </a:r>
            <a:endParaRPr sz="1600">
              <a:solidFill>
                <a:srgbClr val="002517"/>
              </a:solidFill>
            </a:endParaRPr>
          </a:p>
          <a:p>
            <a:pPr indent="-330200" lvl="0" marL="457200" rtl="0" algn="l">
              <a:lnSpc>
                <a:spcPct val="110000"/>
              </a:lnSpc>
              <a:spcBef>
                <a:spcPts val="500"/>
              </a:spcBef>
              <a:spcAft>
                <a:spcPts val="0"/>
              </a:spcAft>
              <a:buClr>
                <a:srgbClr val="002517"/>
              </a:buClr>
              <a:buSzPts val="1600"/>
              <a:buFont typeface="Spectral"/>
              <a:buChar char="●"/>
            </a:pPr>
            <a:r>
              <a:rPr lang="en" sz="1600">
                <a:solidFill>
                  <a:srgbClr val="002517"/>
                </a:solidFill>
              </a:rPr>
              <a:t>Ease of visually representing the analysis done with the help of various charts, pivot tables, etc.</a:t>
            </a:r>
            <a:endParaRPr sz="1600">
              <a:solidFill>
                <a:srgbClr val="002517"/>
              </a:solidFill>
            </a:endParaRPr>
          </a:p>
          <a:p>
            <a:pPr indent="0" lvl="0" marL="457200" rtl="0" algn="l">
              <a:spcBef>
                <a:spcPts val="500"/>
              </a:spcBef>
              <a:spcAft>
                <a:spcPts val="0"/>
              </a:spcAft>
              <a:buNone/>
            </a:pPr>
            <a:r>
              <a:t/>
            </a:r>
            <a:endParaRPr sz="1600">
              <a:solidFill>
                <a:srgbClr val="000000"/>
              </a:solidFill>
            </a:endParaRPr>
          </a:p>
        </p:txBody>
      </p:sp>
      <p:cxnSp>
        <p:nvCxnSpPr>
          <p:cNvPr id="835" name="Google Shape;835;p85"/>
          <p:cNvCxnSpPr/>
          <p:nvPr/>
        </p:nvCxnSpPr>
        <p:spPr>
          <a:xfrm>
            <a:off x="38100" y="712425"/>
            <a:ext cx="9109500" cy="7200"/>
          </a:xfrm>
          <a:prstGeom prst="straightConnector1">
            <a:avLst/>
          </a:prstGeom>
          <a:noFill/>
          <a:ln cap="flat" cmpd="sng" w="9525">
            <a:solidFill>
              <a:srgbClr val="00160D"/>
            </a:solidFill>
            <a:prstDash val="solid"/>
            <a:round/>
            <a:headEnd len="med" w="med" type="none"/>
            <a:tailEnd len="med" w="med" type="none"/>
          </a:ln>
        </p:spPr>
      </p:cxnSp>
      <p:sp>
        <p:nvSpPr>
          <p:cNvPr id="836" name="Google Shape;836;p85"/>
          <p:cNvSpPr txBox="1"/>
          <p:nvPr/>
        </p:nvSpPr>
        <p:spPr>
          <a:xfrm>
            <a:off x="6208800" y="0"/>
            <a:ext cx="3000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dk1"/>
                </a:solidFill>
                <a:latin typeface="Spectral"/>
                <a:ea typeface="Spectral"/>
                <a:cs typeface="Spectral"/>
                <a:sym typeface="Spectral"/>
              </a:rPr>
              <a:t>Excel Hyperlink (</a:t>
            </a:r>
            <a:r>
              <a:rPr lang="en" u="sng">
                <a:solidFill>
                  <a:schemeClr val="hlink"/>
                </a:solidFill>
                <a:latin typeface="Spectral"/>
                <a:ea typeface="Spectral"/>
                <a:cs typeface="Spectral"/>
                <a:sym typeface="Spectral"/>
                <a:hlinkClick r:id="rId3"/>
              </a:rPr>
              <a:t>CLICK HERE</a:t>
            </a:r>
            <a:r>
              <a:rPr lang="en">
                <a:solidFill>
                  <a:schemeClr val="dk1"/>
                </a:solidFill>
                <a:latin typeface="Spectral"/>
                <a:ea typeface="Spectral"/>
                <a:cs typeface="Spectral"/>
                <a:sym typeface="Spectral"/>
              </a:rPr>
              <a:t>)</a:t>
            </a:r>
            <a:endParaRPr>
              <a:solidFill>
                <a:schemeClr val="dk1"/>
              </a:solidFill>
              <a:latin typeface="Spectral"/>
              <a:ea typeface="Spectral"/>
              <a:cs typeface="Spectral"/>
              <a:sym typeface="Spectr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840" name="Shape 840"/>
        <p:cNvGrpSpPr/>
        <p:nvPr/>
      </p:nvGrpSpPr>
      <p:grpSpPr>
        <a:xfrm>
          <a:off x="0" y="0"/>
          <a:ext cx="0" cy="0"/>
          <a:chOff x="0" y="0"/>
          <a:chExt cx="0" cy="0"/>
        </a:xfrm>
      </p:grpSpPr>
      <p:sp>
        <p:nvSpPr>
          <p:cNvPr id="841" name="Google Shape;841;p86"/>
          <p:cNvSpPr txBox="1"/>
          <p:nvPr>
            <p:ph idx="2" type="body"/>
          </p:nvPr>
        </p:nvSpPr>
        <p:spPr>
          <a:xfrm>
            <a:off x="4871350" y="1083550"/>
            <a:ext cx="3837000" cy="36951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02517"/>
                </a:solidFill>
              </a:rPr>
              <a:t>	Loan Defaulters (as observed)</a:t>
            </a:r>
            <a:endParaRPr sz="1600">
              <a:solidFill>
                <a:srgbClr val="002517"/>
              </a:solidFill>
            </a:endParaRPr>
          </a:p>
          <a:p>
            <a:pPr indent="-317500" lvl="0" marL="457200" rtl="0" algn="l">
              <a:lnSpc>
                <a:spcPct val="110000"/>
              </a:lnSpc>
              <a:spcBef>
                <a:spcPts val="500"/>
              </a:spcBef>
              <a:spcAft>
                <a:spcPts val="0"/>
              </a:spcAft>
              <a:buClr>
                <a:srgbClr val="002517"/>
              </a:buClr>
              <a:buSzPts val="1400"/>
              <a:buChar char="●"/>
            </a:pPr>
            <a:r>
              <a:rPr lang="en" sz="1400">
                <a:solidFill>
                  <a:srgbClr val="002517"/>
                </a:solidFill>
              </a:rPr>
              <a:t>Customers who are Single and unemployed.</a:t>
            </a:r>
            <a:endParaRPr sz="1400">
              <a:solidFill>
                <a:srgbClr val="002517"/>
              </a:solidFill>
            </a:endParaRPr>
          </a:p>
          <a:p>
            <a:pPr indent="-317500" lvl="0" marL="457200" rtl="0" algn="l">
              <a:lnSpc>
                <a:spcPct val="110000"/>
              </a:lnSpc>
              <a:spcBef>
                <a:spcPts val="0"/>
              </a:spcBef>
              <a:spcAft>
                <a:spcPts val="0"/>
              </a:spcAft>
              <a:buClr>
                <a:srgbClr val="002517"/>
              </a:buClr>
              <a:buSzPts val="1400"/>
              <a:buChar char="●"/>
            </a:pPr>
            <a:r>
              <a:rPr lang="en" sz="1400">
                <a:solidFill>
                  <a:srgbClr val="002517"/>
                </a:solidFill>
              </a:rPr>
              <a:t>Customers with high credit amount but low income amount.</a:t>
            </a:r>
            <a:endParaRPr sz="1400">
              <a:solidFill>
                <a:srgbClr val="002517"/>
              </a:solidFill>
            </a:endParaRPr>
          </a:p>
          <a:p>
            <a:pPr indent="-317500" lvl="0" marL="457200" rtl="0" algn="l">
              <a:lnSpc>
                <a:spcPct val="110000"/>
              </a:lnSpc>
              <a:spcBef>
                <a:spcPts val="0"/>
              </a:spcBef>
              <a:spcAft>
                <a:spcPts val="0"/>
              </a:spcAft>
              <a:buClr>
                <a:srgbClr val="002517"/>
              </a:buClr>
              <a:buSzPts val="1400"/>
              <a:buChar char="●"/>
            </a:pPr>
            <a:r>
              <a:rPr lang="en" sz="1400">
                <a:solidFill>
                  <a:srgbClr val="002517"/>
                </a:solidFill>
              </a:rPr>
              <a:t>Customers with high goods amount but low income amount.</a:t>
            </a:r>
            <a:endParaRPr sz="1400">
              <a:solidFill>
                <a:srgbClr val="002517"/>
              </a:solidFill>
            </a:endParaRPr>
          </a:p>
          <a:p>
            <a:pPr indent="-317500" lvl="0" marL="457200" rtl="0" algn="l">
              <a:lnSpc>
                <a:spcPct val="110000"/>
              </a:lnSpc>
              <a:spcBef>
                <a:spcPts val="0"/>
              </a:spcBef>
              <a:spcAft>
                <a:spcPts val="0"/>
              </a:spcAft>
              <a:buClr>
                <a:srgbClr val="002517"/>
              </a:buClr>
              <a:buSzPts val="1400"/>
              <a:buChar char="●"/>
            </a:pPr>
            <a:r>
              <a:rPr lang="en" sz="1400">
                <a:solidFill>
                  <a:srgbClr val="002517"/>
                </a:solidFill>
              </a:rPr>
              <a:t>Customers with house/apartment type housing and low income amount.</a:t>
            </a:r>
            <a:endParaRPr sz="1400">
              <a:solidFill>
                <a:srgbClr val="002517"/>
              </a:solidFill>
            </a:endParaRPr>
          </a:p>
          <a:p>
            <a:pPr indent="0" lvl="0" marL="457200" rtl="0" algn="l">
              <a:spcBef>
                <a:spcPts val="500"/>
              </a:spcBef>
              <a:spcAft>
                <a:spcPts val="0"/>
              </a:spcAft>
              <a:buNone/>
            </a:pPr>
            <a:r>
              <a:t/>
            </a:r>
            <a:endParaRPr sz="1600">
              <a:solidFill>
                <a:srgbClr val="002517"/>
              </a:solidFill>
            </a:endParaRPr>
          </a:p>
        </p:txBody>
      </p:sp>
      <p:sp>
        <p:nvSpPr>
          <p:cNvPr id="842" name="Google Shape;842;p86"/>
          <p:cNvSpPr txBox="1"/>
          <p:nvPr>
            <p:ph idx="4294967295" type="ctrTitle"/>
          </p:nvPr>
        </p:nvSpPr>
        <p:spPr>
          <a:xfrm>
            <a:off x="495300" y="273525"/>
            <a:ext cx="6241200" cy="51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900">
                <a:latin typeface="Familjen Grotesk Medium"/>
                <a:ea typeface="Familjen Grotesk Medium"/>
                <a:cs typeface="Familjen Grotesk Medium"/>
                <a:sym typeface="Familjen Grotesk Medium"/>
              </a:rPr>
              <a:t>Presenting the Insights</a:t>
            </a:r>
            <a:endParaRPr sz="3900">
              <a:latin typeface="Familjen Grotesk Medium"/>
              <a:ea typeface="Familjen Grotesk Medium"/>
              <a:cs typeface="Familjen Grotesk Medium"/>
              <a:sym typeface="Familjen Grotesk Medium"/>
            </a:endParaRPr>
          </a:p>
        </p:txBody>
      </p:sp>
      <p:pic>
        <p:nvPicPr>
          <p:cNvPr descr="Lightbulb icon." id="843" name="Google Shape;843;p86"/>
          <p:cNvPicPr preferRelativeResize="0"/>
          <p:nvPr>
            <p:ph idx="2" type="pic"/>
          </p:nvPr>
        </p:nvPicPr>
        <p:blipFill rotWithShape="1">
          <a:blip r:embed="rId3">
            <a:alphaModFix/>
          </a:blip>
          <a:srcRect b="80" l="0" r="0" t="90"/>
          <a:stretch/>
        </p:blipFill>
        <p:spPr>
          <a:xfrm>
            <a:off x="42013" y="33900"/>
            <a:ext cx="994200" cy="994200"/>
          </a:xfrm>
          <a:prstGeom prst="rect">
            <a:avLst/>
          </a:prstGeom>
          <a:noFill/>
          <a:ln>
            <a:noFill/>
          </a:ln>
        </p:spPr>
      </p:pic>
      <p:cxnSp>
        <p:nvCxnSpPr>
          <p:cNvPr id="844" name="Google Shape;844;p86"/>
          <p:cNvCxnSpPr/>
          <p:nvPr/>
        </p:nvCxnSpPr>
        <p:spPr>
          <a:xfrm flipH="1" rot="10800000">
            <a:off x="1028700" y="784125"/>
            <a:ext cx="8095800" cy="4500"/>
          </a:xfrm>
          <a:prstGeom prst="straightConnector1">
            <a:avLst/>
          </a:prstGeom>
          <a:noFill/>
          <a:ln cap="flat" cmpd="sng" w="9525">
            <a:solidFill>
              <a:srgbClr val="00160D"/>
            </a:solidFill>
            <a:prstDash val="solid"/>
            <a:round/>
            <a:headEnd len="med" w="med" type="none"/>
            <a:tailEnd len="med" w="med" type="none"/>
          </a:ln>
        </p:spPr>
      </p:cxnSp>
      <p:sp>
        <p:nvSpPr>
          <p:cNvPr id="845" name="Google Shape;845;p86"/>
          <p:cNvSpPr txBox="1"/>
          <p:nvPr>
            <p:ph idx="2" type="body"/>
          </p:nvPr>
        </p:nvSpPr>
        <p:spPr>
          <a:xfrm>
            <a:off x="495300" y="1083550"/>
            <a:ext cx="3837000" cy="36951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02517"/>
                </a:solidFill>
              </a:rPr>
              <a:t>	Loan Repayers (as observed)</a:t>
            </a:r>
            <a:endParaRPr sz="1600">
              <a:solidFill>
                <a:srgbClr val="002517"/>
              </a:solidFill>
            </a:endParaRPr>
          </a:p>
          <a:p>
            <a:pPr indent="-317500" lvl="0" marL="457200" rtl="0" algn="l">
              <a:lnSpc>
                <a:spcPct val="110000"/>
              </a:lnSpc>
              <a:spcBef>
                <a:spcPts val="500"/>
              </a:spcBef>
              <a:spcAft>
                <a:spcPts val="0"/>
              </a:spcAft>
              <a:buClr>
                <a:srgbClr val="002517"/>
              </a:buClr>
              <a:buSzPts val="1400"/>
              <a:buChar char="●"/>
            </a:pPr>
            <a:r>
              <a:rPr lang="en" sz="1400">
                <a:solidFill>
                  <a:srgbClr val="002517"/>
                </a:solidFill>
              </a:rPr>
              <a:t>Couples with 1 child that have high income amount.</a:t>
            </a:r>
            <a:endParaRPr sz="1400">
              <a:solidFill>
                <a:srgbClr val="002517"/>
              </a:solidFill>
            </a:endParaRPr>
          </a:p>
          <a:p>
            <a:pPr indent="-317500" lvl="0" marL="457200" rtl="0" algn="l">
              <a:lnSpc>
                <a:spcPct val="110000"/>
              </a:lnSpc>
              <a:spcBef>
                <a:spcPts val="0"/>
              </a:spcBef>
              <a:spcAft>
                <a:spcPts val="0"/>
              </a:spcAft>
              <a:buClr>
                <a:srgbClr val="002517"/>
              </a:buClr>
              <a:buSzPts val="1400"/>
              <a:buChar char="●"/>
            </a:pPr>
            <a:r>
              <a:rPr lang="en" sz="1400">
                <a:solidFill>
                  <a:srgbClr val="002517"/>
                </a:solidFill>
              </a:rPr>
              <a:t>Customers with high income amount</a:t>
            </a:r>
            <a:endParaRPr sz="1400">
              <a:solidFill>
                <a:srgbClr val="002517"/>
              </a:solidFill>
            </a:endParaRPr>
          </a:p>
          <a:p>
            <a:pPr indent="-317500" lvl="0" marL="457200" rtl="0" algn="l">
              <a:lnSpc>
                <a:spcPct val="110000"/>
              </a:lnSpc>
              <a:spcBef>
                <a:spcPts val="0"/>
              </a:spcBef>
              <a:spcAft>
                <a:spcPts val="0"/>
              </a:spcAft>
              <a:buClr>
                <a:srgbClr val="002517"/>
              </a:buClr>
              <a:buSzPts val="1400"/>
              <a:buChar char="●"/>
            </a:pPr>
            <a:r>
              <a:rPr lang="en" sz="1400">
                <a:solidFill>
                  <a:srgbClr val="002517"/>
                </a:solidFill>
              </a:rPr>
              <a:t>Customers with </a:t>
            </a:r>
            <a:r>
              <a:rPr lang="en" sz="1400">
                <a:solidFill>
                  <a:srgbClr val="002517"/>
                </a:solidFill>
              </a:rPr>
              <a:t>education level of </a:t>
            </a:r>
            <a:r>
              <a:rPr lang="en" sz="1400">
                <a:solidFill>
                  <a:srgbClr val="002517"/>
                </a:solidFill>
              </a:rPr>
              <a:t>higher education or above.</a:t>
            </a:r>
            <a:endParaRPr sz="1400">
              <a:solidFill>
                <a:srgbClr val="002517"/>
              </a:solidFill>
            </a:endParaRPr>
          </a:p>
          <a:p>
            <a:pPr indent="-317500" lvl="0" marL="457200" rtl="0" algn="l">
              <a:lnSpc>
                <a:spcPct val="110000"/>
              </a:lnSpc>
              <a:spcBef>
                <a:spcPts val="0"/>
              </a:spcBef>
              <a:spcAft>
                <a:spcPts val="0"/>
              </a:spcAft>
              <a:buClr>
                <a:srgbClr val="002517"/>
              </a:buClr>
              <a:buSzPts val="1400"/>
              <a:buChar char="●"/>
            </a:pPr>
            <a:r>
              <a:rPr lang="en" sz="1400">
                <a:solidFill>
                  <a:srgbClr val="002517"/>
                </a:solidFill>
              </a:rPr>
              <a:t>Customers with high employment years.</a:t>
            </a:r>
            <a:endParaRPr sz="1400">
              <a:solidFill>
                <a:srgbClr val="002517"/>
              </a:solidFill>
            </a:endParaRPr>
          </a:p>
          <a:p>
            <a:pPr indent="0" lvl="0" marL="457200" rtl="0" algn="l">
              <a:spcBef>
                <a:spcPts val="500"/>
              </a:spcBef>
              <a:spcAft>
                <a:spcPts val="0"/>
              </a:spcAft>
              <a:buNone/>
            </a:pPr>
            <a:r>
              <a:t/>
            </a:r>
            <a:endParaRPr sz="1600">
              <a:solidFill>
                <a:srgbClr val="000000"/>
              </a:solidFill>
            </a:endParaRPr>
          </a:p>
        </p:txBody>
      </p:sp>
      <p:sp>
        <p:nvSpPr>
          <p:cNvPr id="846" name="Google Shape;846;p86"/>
          <p:cNvSpPr txBox="1"/>
          <p:nvPr/>
        </p:nvSpPr>
        <p:spPr>
          <a:xfrm>
            <a:off x="6208800" y="0"/>
            <a:ext cx="3000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dk1"/>
                </a:solidFill>
                <a:latin typeface="Spectral"/>
                <a:ea typeface="Spectral"/>
                <a:cs typeface="Spectral"/>
                <a:sym typeface="Spectral"/>
              </a:rPr>
              <a:t>Excel Hyperlink (</a:t>
            </a:r>
            <a:r>
              <a:rPr lang="en" u="sng">
                <a:solidFill>
                  <a:schemeClr val="hlink"/>
                </a:solidFill>
                <a:latin typeface="Spectral"/>
                <a:ea typeface="Spectral"/>
                <a:cs typeface="Spectral"/>
                <a:sym typeface="Spectral"/>
                <a:hlinkClick r:id="rId4"/>
              </a:rPr>
              <a:t>CLICK HERE</a:t>
            </a:r>
            <a:r>
              <a:rPr lang="en">
                <a:solidFill>
                  <a:schemeClr val="dk1"/>
                </a:solidFill>
                <a:latin typeface="Spectral"/>
                <a:ea typeface="Spectral"/>
                <a:cs typeface="Spectral"/>
                <a:sym typeface="Spectral"/>
              </a:rPr>
              <a:t>)</a:t>
            </a:r>
            <a:endParaRPr>
              <a:solidFill>
                <a:schemeClr val="dk1"/>
              </a:solidFill>
              <a:latin typeface="Spectral"/>
              <a:ea typeface="Spectral"/>
              <a:cs typeface="Spectral"/>
              <a:sym typeface="Spectr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850" name="Shape 850"/>
        <p:cNvGrpSpPr/>
        <p:nvPr/>
      </p:nvGrpSpPr>
      <p:grpSpPr>
        <a:xfrm>
          <a:off x="0" y="0"/>
          <a:ext cx="0" cy="0"/>
          <a:chOff x="0" y="0"/>
          <a:chExt cx="0" cy="0"/>
        </a:xfrm>
      </p:grpSpPr>
      <p:sp>
        <p:nvSpPr>
          <p:cNvPr id="851" name="Google Shape;851;p87"/>
          <p:cNvSpPr txBox="1"/>
          <p:nvPr/>
        </p:nvSpPr>
        <p:spPr>
          <a:xfrm>
            <a:off x="181550" y="2156974"/>
            <a:ext cx="2581800" cy="1313400"/>
          </a:xfrm>
          <a:prstGeom prst="rect">
            <a:avLst/>
          </a:prstGeom>
          <a:noFill/>
          <a:ln>
            <a:noFill/>
          </a:ln>
        </p:spPr>
        <p:txBody>
          <a:bodyPr anchorCtr="0" anchor="t" bIns="182850" lIns="0" spcFirstLastPara="1" rIns="182850" wrap="square" tIns="0">
            <a:noAutofit/>
          </a:bodyPr>
          <a:lstStyle/>
          <a:p>
            <a:pPr indent="0" lvl="0" marL="0" rtl="0" algn="l">
              <a:lnSpc>
                <a:spcPct val="115000"/>
              </a:lnSpc>
              <a:spcBef>
                <a:spcPts val="0"/>
              </a:spcBef>
              <a:spcAft>
                <a:spcPts val="2400"/>
              </a:spcAft>
              <a:buNone/>
            </a:pPr>
            <a:r>
              <a:rPr lang="en" sz="1200">
                <a:latin typeface="Spectral Medium"/>
                <a:ea typeface="Spectral Medium"/>
                <a:cs typeface="Spectral Medium"/>
                <a:sym typeface="Spectral Medium"/>
              </a:rPr>
              <a:t>It is a crucial step of data analysis and half of the work can be made efficient during this step. Applying it practically, I understood how greatly it can lead to accuracy or inaccuracy of the data.</a:t>
            </a:r>
            <a:endParaRPr sz="1200">
              <a:solidFill>
                <a:srgbClr val="000000"/>
              </a:solidFill>
              <a:latin typeface="Spectral Medium"/>
              <a:ea typeface="Spectral Medium"/>
              <a:cs typeface="Spectral Medium"/>
              <a:sym typeface="Spectral Medium"/>
            </a:endParaRPr>
          </a:p>
        </p:txBody>
      </p:sp>
      <p:sp>
        <p:nvSpPr>
          <p:cNvPr id="852" name="Google Shape;852;p87"/>
          <p:cNvSpPr txBox="1"/>
          <p:nvPr/>
        </p:nvSpPr>
        <p:spPr>
          <a:xfrm>
            <a:off x="181570" y="1576475"/>
            <a:ext cx="1689600" cy="37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3200"/>
              </a:spcAft>
              <a:buNone/>
            </a:pPr>
            <a:r>
              <a:rPr lang="en">
                <a:latin typeface="Spectral Medium"/>
                <a:ea typeface="Spectral Medium"/>
                <a:cs typeface="Spectral Medium"/>
                <a:sym typeface="Spectral Medium"/>
              </a:rPr>
              <a:t>Importance of Data preparation</a:t>
            </a:r>
            <a:endParaRPr>
              <a:solidFill>
                <a:srgbClr val="000000"/>
              </a:solidFill>
              <a:latin typeface="Spectral Medium"/>
              <a:ea typeface="Spectral Medium"/>
              <a:cs typeface="Spectral Medium"/>
              <a:sym typeface="Spectral Medium"/>
            </a:endParaRPr>
          </a:p>
        </p:txBody>
      </p:sp>
      <p:sp>
        <p:nvSpPr>
          <p:cNvPr id="853" name="Google Shape;853;p87"/>
          <p:cNvSpPr txBox="1"/>
          <p:nvPr/>
        </p:nvSpPr>
        <p:spPr>
          <a:xfrm>
            <a:off x="6201372" y="1590400"/>
            <a:ext cx="2405700" cy="34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3200"/>
              </a:spcAft>
              <a:buNone/>
            </a:pPr>
            <a:r>
              <a:rPr lang="en">
                <a:solidFill>
                  <a:schemeClr val="dk1"/>
                </a:solidFill>
                <a:latin typeface="Spectral Medium"/>
                <a:ea typeface="Spectral Medium"/>
                <a:cs typeface="Spectral Medium"/>
                <a:sym typeface="Spectral Medium"/>
              </a:rPr>
              <a:t>Practical use of MS Excel</a:t>
            </a:r>
            <a:endParaRPr>
              <a:solidFill>
                <a:schemeClr val="dk1"/>
              </a:solidFill>
              <a:latin typeface="Spectral Medium"/>
              <a:ea typeface="Spectral Medium"/>
              <a:cs typeface="Spectral Medium"/>
              <a:sym typeface="Spectral Medium"/>
            </a:endParaRPr>
          </a:p>
        </p:txBody>
      </p:sp>
      <p:sp>
        <p:nvSpPr>
          <p:cNvPr id="854" name="Google Shape;854;p87"/>
          <p:cNvSpPr txBox="1"/>
          <p:nvPr/>
        </p:nvSpPr>
        <p:spPr>
          <a:xfrm>
            <a:off x="6201350" y="2215925"/>
            <a:ext cx="2825700" cy="871500"/>
          </a:xfrm>
          <a:prstGeom prst="rect">
            <a:avLst/>
          </a:prstGeom>
          <a:noFill/>
          <a:ln>
            <a:noFill/>
          </a:ln>
        </p:spPr>
        <p:txBody>
          <a:bodyPr anchorCtr="0" anchor="t" bIns="182850" lIns="0" spcFirstLastPara="1" rIns="182850" wrap="square" tIns="0">
            <a:noAutofit/>
          </a:bodyPr>
          <a:lstStyle/>
          <a:p>
            <a:pPr indent="0" lvl="0" marL="0" rtl="0" algn="l">
              <a:lnSpc>
                <a:spcPct val="115000"/>
              </a:lnSpc>
              <a:spcBef>
                <a:spcPts val="0"/>
              </a:spcBef>
              <a:spcAft>
                <a:spcPts val="0"/>
              </a:spcAft>
              <a:buNone/>
            </a:pPr>
            <a:r>
              <a:rPr lang="en">
                <a:latin typeface="Spectral"/>
                <a:ea typeface="Spectral"/>
                <a:cs typeface="Spectral"/>
                <a:sym typeface="Spectral"/>
              </a:rPr>
              <a:t>With the help of MS Excel, I was able to gain hands-on experience in how to present the findings that are implemented using logical operations and being able to communicate them in an easy to understand manner, both at the same time.</a:t>
            </a:r>
            <a:endParaRPr>
              <a:latin typeface="Spectral"/>
              <a:ea typeface="Spectral"/>
              <a:cs typeface="Spectral"/>
              <a:sym typeface="Spectral"/>
            </a:endParaRPr>
          </a:p>
          <a:p>
            <a:pPr indent="0" lvl="0" marL="0" rtl="0" algn="l">
              <a:lnSpc>
                <a:spcPct val="115000"/>
              </a:lnSpc>
              <a:spcBef>
                <a:spcPts val="2400"/>
              </a:spcBef>
              <a:spcAft>
                <a:spcPts val="2400"/>
              </a:spcAft>
              <a:buNone/>
            </a:pPr>
            <a:r>
              <a:t/>
            </a:r>
            <a:endParaRPr sz="1200">
              <a:solidFill>
                <a:schemeClr val="dk1"/>
              </a:solidFill>
              <a:latin typeface="Spectral Medium"/>
              <a:ea typeface="Spectral Medium"/>
              <a:cs typeface="Spectral Medium"/>
              <a:sym typeface="Spectral Medium"/>
            </a:endParaRPr>
          </a:p>
        </p:txBody>
      </p:sp>
      <p:sp>
        <p:nvSpPr>
          <p:cNvPr id="855" name="Google Shape;855;p87"/>
          <p:cNvSpPr txBox="1"/>
          <p:nvPr/>
        </p:nvSpPr>
        <p:spPr>
          <a:xfrm>
            <a:off x="3229578" y="1576475"/>
            <a:ext cx="2523000" cy="37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3200"/>
              </a:spcAft>
              <a:buNone/>
            </a:pPr>
            <a:r>
              <a:rPr lang="en">
                <a:latin typeface="Spectral Medium"/>
                <a:ea typeface="Spectral Medium"/>
                <a:cs typeface="Spectral Medium"/>
                <a:sym typeface="Spectral Medium"/>
              </a:rPr>
              <a:t>Presenting, Visualizing &amp; Business Operations</a:t>
            </a:r>
            <a:endParaRPr>
              <a:solidFill>
                <a:srgbClr val="000000"/>
              </a:solidFill>
              <a:latin typeface="Spectral Medium"/>
              <a:ea typeface="Spectral Medium"/>
              <a:cs typeface="Spectral Medium"/>
              <a:sym typeface="Spectral Medium"/>
            </a:endParaRPr>
          </a:p>
        </p:txBody>
      </p:sp>
      <p:sp>
        <p:nvSpPr>
          <p:cNvPr id="856" name="Google Shape;856;p87"/>
          <p:cNvSpPr txBox="1"/>
          <p:nvPr/>
        </p:nvSpPr>
        <p:spPr>
          <a:xfrm>
            <a:off x="3229550" y="2156974"/>
            <a:ext cx="2581800" cy="1313400"/>
          </a:xfrm>
          <a:prstGeom prst="rect">
            <a:avLst/>
          </a:prstGeom>
          <a:noFill/>
          <a:ln>
            <a:noFill/>
          </a:ln>
        </p:spPr>
        <p:txBody>
          <a:bodyPr anchorCtr="0" anchor="t" bIns="182850" lIns="0" spcFirstLastPara="1" rIns="182850" wrap="square" tIns="0">
            <a:noAutofit/>
          </a:bodyPr>
          <a:lstStyle/>
          <a:p>
            <a:pPr indent="0" lvl="0" marL="0" rtl="0" algn="l">
              <a:lnSpc>
                <a:spcPct val="115000"/>
              </a:lnSpc>
              <a:spcBef>
                <a:spcPts val="0"/>
              </a:spcBef>
              <a:spcAft>
                <a:spcPts val="2400"/>
              </a:spcAft>
              <a:buNone/>
            </a:pPr>
            <a:r>
              <a:rPr lang="en" sz="1200">
                <a:latin typeface="Spectral Medium"/>
                <a:ea typeface="Spectral Medium"/>
                <a:cs typeface="Spectral Medium"/>
                <a:sym typeface="Spectral Medium"/>
              </a:rPr>
              <a:t>With the help of various graphs and statistical inferences using excel functions, it was very insightful how accurately the predictions could happen.</a:t>
            </a:r>
            <a:endParaRPr sz="1200">
              <a:solidFill>
                <a:srgbClr val="000000"/>
              </a:solidFill>
              <a:latin typeface="Spectral Medium"/>
              <a:ea typeface="Spectral Medium"/>
              <a:cs typeface="Spectral Medium"/>
              <a:sym typeface="Spectral Medium"/>
            </a:endParaRPr>
          </a:p>
        </p:txBody>
      </p:sp>
      <p:sp>
        <p:nvSpPr>
          <p:cNvPr id="857" name="Google Shape;857;p87"/>
          <p:cNvSpPr txBox="1"/>
          <p:nvPr>
            <p:ph idx="4294967295" type="title"/>
          </p:nvPr>
        </p:nvSpPr>
        <p:spPr>
          <a:xfrm>
            <a:off x="64525" y="-7025"/>
            <a:ext cx="7538100" cy="905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4600">
                <a:latin typeface="Familjen Grotesk Medium"/>
                <a:ea typeface="Familjen Grotesk Medium"/>
                <a:cs typeface="Familjen Grotesk Medium"/>
                <a:sym typeface="Familjen Grotesk Medium"/>
              </a:rPr>
              <a:t>Result</a:t>
            </a:r>
            <a:endParaRPr sz="3600">
              <a:solidFill>
                <a:schemeClr val="dk1"/>
              </a:solidFill>
              <a:latin typeface="Familjen Grotesk Medium"/>
              <a:ea typeface="Familjen Grotesk Medium"/>
              <a:cs typeface="Familjen Grotesk Medium"/>
              <a:sym typeface="Familjen Grotesk Medium"/>
            </a:endParaRPr>
          </a:p>
          <a:p>
            <a:pPr indent="0" lvl="0" marL="0" rtl="0" algn="l">
              <a:spcBef>
                <a:spcPts val="0"/>
              </a:spcBef>
              <a:spcAft>
                <a:spcPts val="0"/>
              </a:spcAft>
              <a:buNone/>
            </a:pPr>
            <a:r>
              <a:t/>
            </a:r>
            <a:endParaRPr sz="3600">
              <a:solidFill>
                <a:schemeClr val="dk1"/>
              </a:solidFill>
              <a:latin typeface="Familjen Grotesk Medium"/>
              <a:ea typeface="Familjen Grotesk Medium"/>
              <a:cs typeface="Familjen Grotesk Medium"/>
              <a:sym typeface="Familjen Grotesk Medium"/>
            </a:endParaRPr>
          </a:p>
        </p:txBody>
      </p:sp>
      <p:cxnSp>
        <p:nvCxnSpPr>
          <p:cNvPr id="858" name="Google Shape;858;p87"/>
          <p:cNvCxnSpPr/>
          <p:nvPr/>
        </p:nvCxnSpPr>
        <p:spPr>
          <a:xfrm>
            <a:off x="38100" y="712425"/>
            <a:ext cx="9098100" cy="41700"/>
          </a:xfrm>
          <a:prstGeom prst="straightConnector1">
            <a:avLst/>
          </a:prstGeom>
          <a:noFill/>
          <a:ln cap="flat" cmpd="sng" w="9525">
            <a:solidFill>
              <a:srgbClr val="00160D"/>
            </a:solidFill>
            <a:prstDash val="solid"/>
            <a:round/>
            <a:headEnd len="med" w="med" type="none"/>
            <a:tailEnd len="med" w="med" type="none"/>
          </a:ln>
        </p:spPr>
      </p:cxnSp>
      <p:sp>
        <p:nvSpPr>
          <p:cNvPr id="859" name="Google Shape;859;p87"/>
          <p:cNvSpPr txBox="1"/>
          <p:nvPr/>
        </p:nvSpPr>
        <p:spPr>
          <a:xfrm>
            <a:off x="6208800" y="0"/>
            <a:ext cx="3000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dk1"/>
                </a:solidFill>
                <a:latin typeface="Spectral"/>
                <a:ea typeface="Spectral"/>
                <a:cs typeface="Spectral"/>
                <a:sym typeface="Spectral"/>
              </a:rPr>
              <a:t>Excel Hyperlink (</a:t>
            </a:r>
            <a:r>
              <a:rPr lang="en" u="sng">
                <a:solidFill>
                  <a:schemeClr val="hlink"/>
                </a:solidFill>
                <a:latin typeface="Spectral"/>
                <a:ea typeface="Spectral"/>
                <a:cs typeface="Spectral"/>
                <a:sym typeface="Spectral"/>
                <a:hlinkClick r:id="rId3"/>
              </a:rPr>
              <a:t>CLICK HERE</a:t>
            </a:r>
            <a:r>
              <a:rPr lang="en">
                <a:solidFill>
                  <a:schemeClr val="dk1"/>
                </a:solidFill>
                <a:latin typeface="Spectral"/>
                <a:ea typeface="Spectral"/>
                <a:cs typeface="Spectral"/>
                <a:sym typeface="Spectral"/>
              </a:rPr>
              <a:t>)</a:t>
            </a:r>
            <a:endParaRPr>
              <a:solidFill>
                <a:schemeClr val="dk1"/>
              </a:solidFill>
              <a:latin typeface="Spectral"/>
              <a:ea typeface="Spectral"/>
              <a:cs typeface="Spectral"/>
              <a:sym typeface="Spectr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usiness &amp; Financial Report">
  <a:themeElements>
    <a:clrScheme name="Simple Light">
      <a:dk1>
        <a:srgbClr val="3C3D36"/>
      </a:dk1>
      <a:lt1>
        <a:srgbClr val="F2F2F2"/>
      </a:lt1>
      <a:dk2>
        <a:srgbClr val="D4D2D1"/>
      </a:dk2>
      <a:lt2>
        <a:srgbClr val="E3D6BC"/>
      </a:lt2>
      <a:accent1>
        <a:srgbClr val="D4C2AB"/>
      </a:accent1>
      <a:accent2>
        <a:srgbClr val="817463"/>
      </a:accent2>
      <a:accent3>
        <a:srgbClr val="27BAA6"/>
      </a:accent3>
      <a:accent4>
        <a:srgbClr val="F1C232"/>
      </a:accent4>
      <a:accent5>
        <a:srgbClr val="FF691C"/>
      </a:accent5>
      <a:accent6>
        <a:srgbClr val="F9D8FB"/>
      </a:accent6>
      <a:hlink>
        <a:srgbClr val="27BAA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